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06" r:id="rId2"/>
    <p:sldId id="441" r:id="rId3"/>
    <p:sldId id="405" r:id="rId4"/>
    <p:sldId id="430" r:id="rId5"/>
    <p:sldId id="416" r:id="rId6"/>
    <p:sldId id="419" r:id="rId7"/>
    <p:sldId id="417" r:id="rId8"/>
    <p:sldId id="431" r:id="rId9"/>
    <p:sldId id="433" r:id="rId10"/>
    <p:sldId id="423" r:id="rId11"/>
    <p:sldId id="422" r:id="rId12"/>
    <p:sldId id="424" r:id="rId13"/>
    <p:sldId id="425" r:id="rId14"/>
    <p:sldId id="432" r:id="rId15"/>
    <p:sldId id="426" r:id="rId16"/>
    <p:sldId id="440" r:id="rId17"/>
    <p:sldId id="427" r:id="rId18"/>
    <p:sldId id="260" r:id="rId19"/>
    <p:sldId id="436" r:id="rId20"/>
    <p:sldId id="437" r:id="rId21"/>
    <p:sldId id="438" r:id="rId22"/>
    <p:sldId id="428" r:id="rId23"/>
    <p:sldId id="262" r:id="rId24"/>
    <p:sldId id="263" r:id="rId25"/>
    <p:sldId id="264" r:id="rId26"/>
    <p:sldId id="2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D97EE-6186-4007-B59D-18D02ED2C9BE}" v="345" dt="2026-01-21T06:40:41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em Demirci" userId="f53c7ad0-2bac-4572-a80e-d57ba0c4f37e" providerId="ADAL" clId="{5B961F9E-096F-4ED6-A310-5A388439E3BA}"/>
    <pc:docChg chg="undo redo custSel addSld delSld modSld sldOrd">
      <pc:chgData name="Sinem Demirci" userId="f53c7ad0-2bac-4572-a80e-d57ba0c4f37e" providerId="ADAL" clId="{5B961F9E-096F-4ED6-A310-5A388439E3BA}" dt="2026-01-21T06:43:57.078" v="878" actId="20577"/>
      <pc:docMkLst>
        <pc:docMk/>
      </pc:docMkLst>
      <pc:sldChg chg="new del">
        <pc:chgData name="Sinem Demirci" userId="f53c7ad0-2bac-4572-a80e-d57ba0c4f37e" providerId="ADAL" clId="{5B961F9E-096F-4ED6-A310-5A388439E3BA}" dt="2026-01-21T05:28:06.260" v="32" actId="47"/>
        <pc:sldMkLst>
          <pc:docMk/>
          <pc:sldMk cId="151706749" sldId="256"/>
        </pc:sldMkLst>
      </pc:sldChg>
      <pc:sldChg chg="new del">
        <pc:chgData name="Sinem Demirci" userId="f53c7ad0-2bac-4572-a80e-d57ba0c4f37e" providerId="ADAL" clId="{5B961F9E-096F-4ED6-A310-5A388439E3BA}" dt="2026-01-21T05:00:57.629" v="4" actId="680"/>
        <pc:sldMkLst>
          <pc:docMk/>
          <pc:sldMk cId="2335767175" sldId="257"/>
        </pc:sldMkLst>
      </pc:sldChg>
      <pc:sldChg chg="new del">
        <pc:chgData name="Sinem Demirci" userId="f53c7ad0-2bac-4572-a80e-d57ba0c4f37e" providerId="ADAL" clId="{5B961F9E-096F-4ED6-A310-5A388439E3BA}" dt="2026-01-21T05:00:57.448" v="3" actId="680"/>
        <pc:sldMkLst>
          <pc:docMk/>
          <pc:sldMk cId="1733797125" sldId="258"/>
        </pc:sldMkLst>
      </pc:sldChg>
      <pc:sldChg chg="addSp modSp add mod ord modAnim">
        <pc:chgData name="Sinem Demirci" userId="f53c7ad0-2bac-4572-a80e-d57ba0c4f37e" providerId="ADAL" clId="{5B961F9E-096F-4ED6-A310-5A388439E3BA}" dt="2026-01-21T06:40:41.649" v="868" actId="207"/>
        <pc:sldMkLst>
          <pc:docMk/>
          <pc:sldMk cId="0" sldId="260"/>
        </pc:sldMkLst>
        <pc:spChg chg="add mod">
          <ac:chgData name="Sinem Demirci" userId="f53c7ad0-2bac-4572-a80e-d57ba0c4f37e" providerId="ADAL" clId="{5B961F9E-096F-4ED6-A310-5A388439E3BA}" dt="2026-01-21T06:38:55.133" v="840" actId="164"/>
          <ac:spMkLst>
            <pc:docMk/>
            <pc:sldMk cId="0" sldId="260"/>
            <ac:spMk id="3" creationId="{91F50CAD-DE59-2194-F594-13FF77E2ADE3}"/>
          </ac:spMkLst>
        </pc:spChg>
        <pc:spChg chg="mod">
          <ac:chgData name="Sinem Demirci" userId="f53c7ad0-2bac-4572-a80e-d57ba0c4f37e" providerId="ADAL" clId="{5B961F9E-096F-4ED6-A310-5A388439E3BA}" dt="2026-01-21T06:40:41.649" v="868" actId="207"/>
          <ac:spMkLst>
            <pc:docMk/>
            <pc:sldMk cId="0" sldId="260"/>
            <ac:spMk id="11" creationId="{6DD23DE9-AAB4-E182-1820-4E94A56253EE}"/>
          </ac:spMkLst>
        </pc:spChg>
        <pc:spChg chg="mod">
          <ac:chgData name="Sinem Demirci" userId="f53c7ad0-2bac-4572-a80e-d57ba0c4f37e" providerId="ADAL" clId="{5B961F9E-096F-4ED6-A310-5A388439E3BA}" dt="2026-01-21T06:03:15.467" v="625" actId="1076"/>
          <ac:spMkLst>
            <pc:docMk/>
            <pc:sldMk cId="0" sldId="260"/>
            <ac:spMk id="87" creationId="{00000000-0000-0000-0000-000000000000}"/>
          </ac:spMkLst>
        </pc:spChg>
        <pc:spChg chg="mod">
          <ac:chgData name="Sinem Demirci" userId="f53c7ad0-2bac-4572-a80e-d57ba0c4f37e" providerId="ADAL" clId="{5B961F9E-096F-4ED6-A310-5A388439E3BA}" dt="2026-01-21T06:36:50.918" v="837" actId="20577"/>
          <ac:spMkLst>
            <pc:docMk/>
            <pc:sldMk cId="0" sldId="260"/>
            <ac:spMk id="88" creationId="{00000000-0000-0000-0000-000000000000}"/>
          </ac:spMkLst>
        </pc:spChg>
        <pc:grpChg chg="add mod">
          <ac:chgData name="Sinem Demirci" userId="f53c7ad0-2bac-4572-a80e-d57ba0c4f37e" providerId="ADAL" clId="{5B961F9E-096F-4ED6-A310-5A388439E3BA}" dt="2026-01-21T06:39:37.240" v="852" actId="1035"/>
          <ac:grpSpMkLst>
            <pc:docMk/>
            <pc:sldMk cId="0" sldId="260"/>
            <ac:grpSpMk id="4" creationId="{16D8A4D4-5711-2A24-6398-F6D25DC00143}"/>
          </ac:grpSpMkLst>
        </pc:grpChg>
        <pc:picChg chg="add mod">
          <ac:chgData name="Sinem Demirci" userId="f53c7ad0-2bac-4572-a80e-d57ba0c4f37e" providerId="ADAL" clId="{5B961F9E-096F-4ED6-A310-5A388439E3BA}" dt="2026-01-21T06:38:55.133" v="840" actId="164"/>
          <ac:picMkLst>
            <pc:docMk/>
            <pc:sldMk cId="0" sldId="260"/>
            <ac:picMk id="2" creationId="{3149552F-4D7E-A3C0-8797-98E8CD2D7D69}"/>
          </ac:picMkLst>
        </pc:picChg>
      </pc:sldChg>
      <pc:sldChg chg="modSp add">
        <pc:chgData name="Sinem Demirci" userId="f53c7ad0-2bac-4572-a80e-d57ba0c4f37e" providerId="ADAL" clId="{5B961F9E-096F-4ED6-A310-5A388439E3BA}" dt="2026-01-21T06:26:11.062" v="669"/>
        <pc:sldMkLst>
          <pc:docMk/>
          <pc:sldMk cId="0" sldId="262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0" sldId="262"/>
            <ac:spMk id="95" creationId="{00000000-0000-0000-0000-000000000000}"/>
          </ac:spMkLst>
        </pc:spChg>
      </pc:sldChg>
      <pc:sldChg chg="modSp add">
        <pc:chgData name="Sinem Demirci" userId="f53c7ad0-2bac-4572-a80e-d57ba0c4f37e" providerId="ADAL" clId="{5B961F9E-096F-4ED6-A310-5A388439E3BA}" dt="2026-01-21T06:26:11.062" v="669"/>
        <pc:sldMkLst>
          <pc:docMk/>
          <pc:sldMk cId="0" sldId="263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0" sldId="263"/>
            <ac:spMk id="101" creationId="{00000000-0000-0000-0000-000000000000}"/>
          </ac:spMkLst>
        </pc:spChg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0" sldId="263"/>
            <ac:spMk id="102" creationId="{00000000-0000-0000-0000-000000000000}"/>
          </ac:spMkLst>
        </pc:spChg>
      </pc:sldChg>
      <pc:sldChg chg="add">
        <pc:chgData name="Sinem Demirci" userId="f53c7ad0-2bac-4572-a80e-d57ba0c4f37e" providerId="ADAL" clId="{5B961F9E-096F-4ED6-A310-5A388439E3BA}" dt="2026-01-21T05:02:59.651" v="22"/>
        <pc:sldMkLst>
          <pc:docMk/>
          <pc:sldMk cId="0" sldId="264"/>
        </pc:sldMkLst>
      </pc:sldChg>
      <pc:sldChg chg="modSp add">
        <pc:chgData name="Sinem Demirci" userId="f53c7ad0-2bac-4572-a80e-d57ba0c4f37e" providerId="ADAL" clId="{5B961F9E-096F-4ED6-A310-5A388439E3BA}" dt="2026-01-21T06:26:11.062" v="669"/>
        <pc:sldMkLst>
          <pc:docMk/>
          <pc:sldMk cId="0" sldId="265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0" sldId="265"/>
            <ac:spMk id="115" creationId="{00000000-0000-0000-0000-000000000000}"/>
          </ac:spMkLst>
        </pc:spChg>
      </pc:sldChg>
      <pc:sldChg chg="modSp add del mod">
        <pc:chgData name="Sinem Demirci" userId="f53c7ad0-2bac-4572-a80e-d57ba0c4f37e" providerId="ADAL" clId="{5B961F9E-096F-4ED6-A310-5A388439E3BA}" dt="2026-01-21T05:52:44.315" v="504" actId="47"/>
        <pc:sldMkLst>
          <pc:docMk/>
          <pc:sldMk cId="561279149" sldId="359"/>
        </pc:sldMkLst>
        <pc:spChg chg="mod">
          <ac:chgData name="Sinem Demirci" userId="f53c7ad0-2bac-4572-a80e-d57ba0c4f37e" providerId="ADAL" clId="{5B961F9E-096F-4ED6-A310-5A388439E3BA}" dt="2026-01-21T05:02:41.091" v="21" actId="6549"/>
          <ac:spMkLst>
            <pc:docMk/>
            <pc:sldMk cId="561279149" sldId="359"/>
            <ac:spMk id="2" creationId="{B1249386-3549-684C-9BCC-7E0679D6D1B5}"/>
          </ac:spMkLst>
        </pc:spChg>
        <pc:spChg chg="mod">
          <ac:chgData name="Sinem Demirci" userId="f53c7ad0-2bac-4572-a80e-d57ba0c4f37e" providerId="ADAL" clId="{5B961F9E-096F-4ED6-A310-5A388439E3BA}" dt="2026-01-21T05:02:26.963" v="17" actId="20577"/>
          <ac:spMkLst>
            <pc:docMk/>
            <pc:sldMk cId="561279149" sldId="359"/>
            <ac:spMk id="4" creationId="{D712A110-F0C8-7C44-ADF1-C474E4A80A00}"/>
          </ac:spMkLst>
        </pc:spChg>
      </pc:sldChg>
      <pc:sldChg chg="addSp delSp modSp add mod setBg modAnim delDesignElem chgLayout">
        <pc:chgData name="Sinem Demirci" userId="f53c7ad0-2bac-4572-a80e-d57ba0c4f37e" providerId="ADAL" clId="{5B961F9E-096F-4ED6-A310-5A388439E3BA}" dt="2026-01-21T06:29:00.414" v="723" actId="14100"/>
        <pc:sldMkLst>
          <pc:docMk/>
          <pc:sldMk cId="1914305060" sldId="405"/>
        </pc:sldMkLst>
        <pc:spChg chg="add del mod ord">
          <ac:chgData name="Sinem Demirci" userId="f53c7ad0-2bac-4572-a80e-d57ba0c4f37e" providerId="ADAL" clId="{5B961F9E-096F-4ED6-A310-5A388439E3BA}" dt="2026-01-21T06:27:42.429" v="700" actId="6264"/>
          <ac:spMkLst>
            <pc:docMk/>
            <pc:sldMk cId="1914305060" sldId="405"/>
            <ac:spMk id="2" creationId="{CFF6297B-B1C7-70DA-C2F9-77B7583261A7}"/>
          </ac:spMkLst>
        </pc:spChg>
        <pc:spChg chg="mod ord">
          <ac:chgData name="Sinem Demirci" userId="f53c7ad0-2bac-4572-a80e-d57ba0c4f37e" providerId="ADAL" clId="{5B961F9E-096F-4ED6-A310-5A388439E3BA}" dt="2026-01-21T06:29:00.414" v="723" actId="14100"/>
          <ac:spMkLst>
            <pc:docMk/>
            <pc:sldMk cId="1914305060" sldId="405"/>
            <ac:spMk id="3" creationId="{49B9F135-BB61-01EB-5115-044C38410C97}"/>
          </ac:spMkLst>
        </pc:spChg>
        <pc:spChg chg="del">
          <ac:chgData name="Sinem Demirci" userId="f53c7ad0-2bac-4572-a80e-d57ba0c4f37e" providerId="ADAL" clId="{5B961F9E-096F-4ED6-A310-5A388439E3BA}" dt="2026-01-21T05:42:39.599" v="370" actId="478"/>
          <ac:spMkLst>
            <pc:docMk/>
            <pc:sldMk cId="1914305060" sldId="405"/>
            <ac:spMk id="10" creationId="{B2CA96E6-B7A4-8D73-087B-9EACF6DB60F3}"/>
          </ac:spMkLst>
        </pc:spChg>
        <pc:spChg chg="add mod">
          <ac:chgData name="Sinem Demirci" userId="f53c7ad0-2bac-4572-a80e-d57ba0c4f37e" providerId="ADAL" clId="{5B961F9E-096F-4ED6-A310-5A388439E3BA}" dt="2026-01-21T06:27:45.177" v="702" actId="1076"/>
          <ac:spMkLst>
            <pc:docMk/>
            <pc:sldMk cId="1914305060" sldId="405"/>
            <ac:spMk id="15" creationId="{8193ECEF-9A60-2944-4704-218AB546106D}"/>
          </ac:spMkLst>
        </pc:spChg>
        <pc:spChg chg="add del">
          <ac:chgData name="Sinem Demirci" userId="f53c7ad0-2bac-4572-a80e-d57ba0c4f37e" providerId="ADAL" clId="{5B961F9E-096F-4ED6-A310-5A388439E3BA}" dt="2026-01-21T06:26:11.062" v="669"/>
          <ac:spMkLst>
            <pc:docMk/>
            <pc:sldMk cId="1914305060" sldId="405"/>
            <ac:spMk id="16" creationId="{352BEC0E-22F8-46D0-9632-375DB541B06C}"/>
          </ac:spMkLst>
        </pc:spChg>
        <pc:spChg chg="add del mod">
          <ac:chgData name="Sinem Demirci" userId="f53c7ad0-2bac-4572-a80e-d57ba0c4f37e" providerId="ADAL" clId="{5B961F9E-096F-4ED6-A310-5A388439E3BA}" dt="2026-01-21T06:27:42.429" v="700" actId="6264"/>
          <ac:spMkLst>
            <pc:docMk/>
            <pc:sldMk cId="1914305060" sldId="405"/>
            <ac:spMk id="17" creationId="{7C972C76-75C1-5627-A516-9910A2F446B5}"/>
          </ac:spMkLst>
        </pc:spChg>
        <pc:spChg chg="add del">
          <ac:chgData name="Sinem Demirci" userId="f53c7ad0-2bac-4572-a80e-d57ba0c4f37e" providerId="ADAL" clId="{5B961F9E-096F-4ED6-A310-5A388439E3BA}" dt="2026-01-21T06:26:11.062" v="669"/>
          <ac:spMkLst>
            <pc:docMk/>
            <pc:sldMk cId="1914305060" sldId="405"/>
            <ac:spMk id="18" creationId="{3FCFB1DE-0B7E-48CC-BA90-B2AB0889F9D6}"/>
          </ac:spMkLst>
        </pc:spChg>
        <pc:spChg chg="add del mod ord">
          <ac:chgData name="Sinem Demirci" userId="f53c7ad0-2bac-4572-a80e-d57ba0c4f37e" providerId="ADAL" clId="{5B961F9E-096F-4ED6-A310-5A388439E3BA}" dt="2026-01-21T06:27:42.429" v="700" actId="6264"/>
          <ac:spMkLst>
            <pc:docMk/>
            <pc:sldMk cId="1914305060" sldId="405"/>
            <ac:spMk id="19" creationId="{1956D39D-4AA4-FF97-D595-1E99DD4A2914}"/>
          </ac:spMkLst>
        </pc:spChg>
        <pc:spChg chg="add del mod ord">
          <ac:chgData name="Sinem Demirci" userId="f53c7ad0-2bac-4572-a80e-d57ba0c4f37e" providerId="ADAL" clId="{5B961F9E-096F-4ED6-A310-5A388439E3BA}" dt="2026-01-21T06:27:42.429" v="700" actId="6264"/>
          <ac:spMkLst>
            <pc:docMk/>
            <pc:sldMk cId="1914305060" sldId="405"/>
            <ac:spMk id="20" creationId="{9B39C214-8300-2DAA-BD85-94157183134E}"/>
          </ac:spMkLst>
        </pc:spChg>
        <pc:picChg chg="add mod">
          <ac:chgData name="Sinem Demirci" userId="f53c7ad0-2bac-4572-a80e-d57ba0c4f37e" providerId="ADAL" clId="{5B961F9E-096F-4ED6-A310-5A388439E3BA}" dt="2026-01-21T05:44:49.213" v="377" actId="26606"/>
          <ac:picMkLst>
            <pc:docMk/>
            <pc:sldMk cId="1914305060" sldId="405"/>
            <ac:picMk id="5" creationId="{EA7384E4-508F-32D6-C766-7D27FA119AEB}"/>
          </ac:picMkLst>
        </pc:picChg>
        <pc:picChg chg="del">
          <ac:chgData name="Sinem Demirci" userId="f53c7ad0-2bac-4572-a80e-d57ba0c4f37e" providerId="ADAL" clId="{5B961F9E-096F-4ED6-A310-5A388439E3BA}" dt="2026-01-21T05:41:50.489" v="367" actId="478"/>
          <ac:picMkLst>
            <pc:docMk/>
            <pc:sldMk cId="1914305060" sldId="405"/>
            <ac:picMk id="7" creationId="{87708878-8401-E81B-A441-8B1BC7F50B45}"/>
          </ac:picMkLst>
        </pc:picChg>
        <pc:picChg chg="del">
          <ac:chgData name="Sinem Demirci" userId="f53c7ad0-2bac-4572-a80e-d57ba0c4f37e" providerId="ADAL" clId="{5B961F9E-096F-4ED6-A310-5A388439E3BA}" dt="2026-01-21T05:44:37.986" v="374" actId="478"/>
          <ac:picMkLst>
            <pc:docMk/>
            <pc:sldMk cId="1914305060" sldId="405"/>
            <ac:picMk id="8" creationId="{2D786B55-8CFF-8A45-A02C-F2AE46CB0FA2}"/>
          </ac:picMkLst>
        </pc:picChg>
        <pc:picChg chg="mod ord">
          <ac:chgData name="Sinem Demirci" userId="f53c7ad0-2bac-4572-a80e-d57ba0c4f37e" providerId="ADAL" clId="{5B961F9E-096F-4ED6-A310-5A388439E3BA}" dt="2026-01-21T05:44:49.213" v="377" actId="26606"/>
          <ac:picMkLst>
            <pc:docMk/>
            <pc:sldMk cId="1914305060" sldId="405"/>
            <ac:picMk id="11" creationId="{0A45D017-2CDB-F0E4-2E7A-4024C3D722F0}"/>
          </ac:picMkLst>
        </pc:picChg>
        <pc:picChg chg="add del">
          <ac:chgData name="Sinem Demirci" userId="f53c7ad0-2bac-4572-a80e-d57ba0c4f37e" providerId="ADAL" clId="{5B961F9E-096F-4ED6-A310-5A388439E3BA}" dt="2026-01-21T05:48:54.303" v="478" actId="22"/>
          <ac:picMkLst>
            <pc:docMk/>
            <pc:sldMk cId="1914305060" sldId="405"/>
            <ac:picMk id="13" creationId="{E3D41CE6-FB91-0B44-287D-186E289EF2DC}"/>
          </ac:picMkLst>
        </pc:picChg>
        <pc:cxnChg chg="del">
          <ac:chgData name="Sinem Demirci" userId="f53c7ad0-2bac-4572-a80e-d57ba0c4f37e" providerId="ADAL" clId="{5B961F9E-096F-4ED6-A310-5A388439E3BA}" dt="2026-01-21T05:41:53.227" v="368" actId="478"/>
          <ac:cxnSpMkLst>
            <pc:docMk/>
            <pc:sldMk cId="1914305060" sldId="405"/>
            <ac:cxnSpMk id="6" creationId="{648EBC88-91A9-F3AD-58B4-139C5D6E89A1}"/>
          </ac:cxnSpMkLst>
        </pc:cxnChg>
        <pc:cxnChg chg="del">
          <ac:chgData name="Sinem Demirci" userId="f53c7ad0-2bac-4572-a80e-d57ba0c4f37e" providerId="ADAL" clId="{5B961F9E-096F-4ED6-A310-5A388439E3BA}" dt="2026-01-21T05:41:56.388" v="369" actId="478"/>
          <ac:cxnSpMkLst>
            <pc:docMk/>
            <pc:sldMk cId="1914305060" sldId="405"/>
            <ac:cxnSpMk id="9" creationId="{E63BE861-E97F-08FE-0138-B2EE86D9F05C}"/>
          </ac:cxnSpMkLst>
        </pc:cxnChg>
      </pc:sldChg>
      <pc:sldChg chg="modSp add mod ord">
        <pc:chgData name="Sinem Demirci" userId="f53c7ad0-2bac-4572-a80e-d57ba0c4f37e" providerId="ADAL" clId="{5B961F9E-096F-4ED6-A310-5A388439E3BA}" dt="2026-01-21T06:43:57.078" v="878" actId="20577"/>
        <pc:sldMkLst>
          <pc:docMk/>
          <pc:sldMk cId="1181286254" sldId="406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1181286254" sldId="406"/>
            <ac:spMk id="2" creationId="{0C51CA03-3C91-B2B1-13A9-0E4949016103}"/>
          </ac:spMkLst>
        </pc:spChg>
        <pc:spChg chg="mod">
          <ac:chgData name="Sinem Demirci" userId="f53c7ad0-2bac-4572-a80e-d57ba0c4f37e" providerId="ADAL" clId="{5B961F9E-096F-4ED6-A310-5A388439E3BA}" dt="2026-01-21T06:43:57.078" v="878" actId="20577"/>
          <ac:spMkLst>
            <pc:docMk/>
            <pc:sldMk cId="1181286254" sldId="406"/>
            <ac:spMk id="3" creationId="{880FC9C2-6AB4-653C-27C3-E83A1C63F69C}"/>
          </ac:spMkLst>
        </pc:spChg>
      </pc:sldChg>
      <pc:sldChg chg="add">
        <pc:chgData name="Sinem Demirci" userId="f53c7ad0-2bac-4572-a80e-d57ba0c4f37e" providerId="ADAL" clId="{5B961F9E-096F-4ED6-A310-5A388439E3BA}" dt="2026-01-21T05:02:59.651" v="22"/>
        <pc:sldMkLst>
          <pc:docMk/>
          <pc:sldMk cId="586160235" sldId="416"/>
        </pc:sldMkLst>
      </pc:sldChg>
      <pc:sldChg chg="modSp add mod">
        <pc:chgData name="Sinem Demirci" userId="f53c7ad0-2bac-4572-a80e-d57ba0c4f37e" providerId="ADAL" clId="{5B961F9E-096F-4ED6-A310-5A388439E3BA}" dt="2026-01-21T05:56:25.140" v="517" actId="20577"/>
        <pc:sldMkLst>
          <pc:docMk/>
          <pc:sldMk cId="2296943057" sldId="417"/>
        </pc:sldMkLst>
        <pc:spChg chg="mod">
          <ac:chgData name="Sinem Demirci" userId="f53c7ad0-2bac-4572-a80e-d57ba0c4f37e" providerId="ADAL" clId="{5B961F9E-096F-4ED6-A310-5A388439E3BA}" dt="2026-01-21T05:56:25.140" v="517" actId="20577"/>
          <ac:spMkLst>
            <pc:docMk/>
            <pc:sldMk cId="2296943057" sldId="417"/>
            <ac:spMk id="3" creationId="{108341AE-CF60-A09B-F1EF-247F25972E9A}"/>
          </ac:spMkLst>
        </pc:spChg>
      </pc:sldChg>
      <pc:sldChg chg="addSp delSp modSp add mod">
        <pc:chgData name="Sinem Demirci" userId="f53c7ad0-2bac-4572-a80e-d57ba0c4f37e" providerId="ADAL" clId="{5B961F9E-096F-4ED6-A310-5A388439E3BA}" dt="2026-01-21T06:31:52.171" v="755" actId="20577"/>
        <pc:sldMkLst>
          <pc:docMk/>
          <pc:sldMk cId="3779573528" sldId="419"/>
        </pc:sldMkLst>
        <pc:spChg chg="mod">
          <ac:chgData name="Sinem Demirci" userId="f53c7ad0-2bac-4572-a80e-d57ba0c4f37e" providerId="ADAL" clId="{5B961F9E-096F-4ED6-A310-5A388439E3BA}" dt="2026-01-21T06:29:47.453" v="750" actId="14100"/>
          <ac:spMkLst>
            <pc:docMk/>
            <pc:sldMk cId="3779573528" sldId="419"/>
            <ac:spMk id="2" creationId="{2DFACC73-2388-F6F9-9F2C-7DBCD2871F7E}"/>
          </ac:spMkLst>
        </pc:spChg>
        <pc:spChg chg="mod">
          <ac:chgData name="Sinem Demirci" userId="f53c7ad0-2bac-4572-a80e-d57ba0c4f37e" providerId="ADAL" clId="{5B961F9E-096F-4ED6-A310-5A388439E3BA}" dt="2026-01-21T06:31:52.171" v="755" actId="20577"/>
          <ac:spMkLst>
            <pc:docMk/>
            <pc:sldMk cId="3779573528" sldId="419"/>
            <ac:spMk id="3" creationId="{34C8E235-58D4-4ED3-EDC1-EF53C5F7501F}"/>
          </ac:spMkLst>
        </pc:spChg>
        <pc:picChg chg="add del">
          <ac:chgData name="Sinem Demirci" userId="f53c7ad0-2bac-4572-a80e-d57ba0c4f37e" providerId="ADAL" clId="{5B961F9E-096F-4ED6-A310-5A388439E3BA}" dt="2026-01-21T05:14:25.173" v="28" actId="478"/>
          <ac:picMkLst>
            <pc:docMk/>
            <pc:sldMk cId="3779573528" sldId="419"/>
            <ac:picMk id="4" creationId="{DD6114FC-04C2-31C6-4879-C1B654A62111}"/>
          </ac:picMkLst>
        </pc:picChg>
        <pc:picChg chg="add del">
          <ac:chgData name="Sinem Demirci" userId="f53c7ad0-2bac-4572-a80e-d57ba0c4f37e" providerId="ADAL" clId="{5B961F9E-096F-4ED6-A310-5A388439E3BA}" dt="2026-01-21T05:14:25.531" v="29" actId="478"/>
          <ac:picMkLst>
            <pc:docMk/>
            <pc:sldMk cId="3779573528" sldId="419"/>
            <ac:picMk id="5" creationId="{B0C9FDAD-91D7-E326-C021-6211F2A45D16}"/>
          </ac:picMkLst>
        </pc:picChg>
        <pc:picChg chg="mod">
          <ac:chgData name="Sinem Demirci" userId="f53c7ad0-2bac-4572-a80e-d57ba0c4f37e" providerId="ADAL" clId="{5B961F9E-096F-4ED6-A310-5A388439E3BA}" dt="2026-01-21T05:43:30.196" v="373" actId="1037"/>
          <ac:picMkLst>
            <pc:docMk/>
            <pc:sldMk cId="3779573528" sldId="419"/>
            <ac:picMk id="11" creationId="{8B29C182-E429-369C-3932-7DA277FB704B}"/>
          </ac:picMkLst>
        </pc:picChg>
        <pc:picChg chg="mod">
          <ac:chgData name="Sinem Demirci" userId="f53c7ad0-2bac-4572-a80e-d57ba0c4f37e" providerId="ADAL" clId="{5B961F9E-096F-4ED6-A310-5A388439E3BA}" dt="2026-01-21T05:43:27.010" v="372" actId="1037"/>
          <ac:picMkLst>
            <pc:docMk/>
            <pc:sldMk cId="3779573528" sldId="419"/>
            <ac:picMk id="13" creationId="{29292549-C439-111A-51CD-528E71270358}"/>
          </ac:picMkLst>
        </pc:picChg>
      </pc:sldChg>
      <pc:sldChg chg="modSp add mod">
        <pc:chgData name="Sinem Demirci" userId="f53c7ad0-2bac-4572-a80e-d57ba0c4f37e" providerId="ADAL" clId="{5B961F9E-096F-4ED6-A310-5A388439E3BA}" dt="2026-01-21T06:26:11.062" v="669"/>
        <pc:sldMkLst>
          <pc:docMk/>
          <pc:sldMk cId="385344432" sldId="422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385344432" sldId="422"/>
            <ac:spMk id="2" creationId="{1F4B3486-85E4-AA11-1C2E-A3CD4BAF3751}"/>
          </ac:spMkLst>
        </pc:spChg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385344432" sldId="422"/>
            <ac:spMk id="3" creationId="{555CE7FA-15ED-1795-BB30-74122706D46B}"/>
          </ac:spMkLst>
        </pc:spChg>
      </pc:sldChg>
      <pc:sldChg chg="modSp add modAnim">
        <pc:chgData name="Sinem Demirci" userId="f53c7ad0-2bac-4572-a80e-d57ba0c4f37e" providerId="ADAL" clId="{5B961F9E-096F-4ED6-A310-5A388439E3BA}" dt="2026-01-21T06:33:22.739" v="823" actId="403"/>
        <pc:sldMkLst>
          <pc:docMk/>
          <pc:sldMk cId="3775690597" sldId="423"/>
        </pc:sldMkLst>
        <pc:spChg chg="mod">
          <ac:chgData name="Sinem Demirci" userId="f53c7ad0-2bac-4572-a80e-d57ba0c4f37e" providerId="ADAL" clId="{5B961F9E-096F-4ED6-A310-5A388439E3BA}" dt="2026-01-21T06:33:22.739" v="823" actId="403"/>
          <ac:spMkLst>
            <pc:docMk/>
            <pc:sldMk cId="3775690597" sldId="423"/>
            <ac:spMk id="3" creationId="{6DE3C641-6159-AA3A-6C64-78B67E7218EE}"/>
          </ac:spMkLst>
        </pc:spChg>
      </pc:sldChg>
      <pc:sldChg chg="modSp add">
        <pc:chgData name="Sinem Demirci" userId="f53c7ad0-2bac-4572-a80e-d57ba0c4f37e" providerId="ADAL" clId="{5B961F9E-096F-4ED6-A310-5A388439E3BA}" dt="2026-01-21T06:26:11.062" v="669"/>
        <pc:sldMkLst>
          <pc:docMk/>
          <pc:sldMk cId="244721467" sldId="424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244721467" sldId="424"/>
            <ac:spMk id="2" creationId="{7B84E5F6-66E4-F883-9028-46800F21CFBC}"/>
          </ac:spMkLst>
        </pc:spChg>
      </pc:sldChg>
      <pc:sldChg chg="modSp add">
        <pc:chgData name="Sinem Demirci" userId="f53c7ad0-2bac-4572-a80e-d57ba0c4f37e" providerId="ADAL" clId="{5B961F9E-096F-4ED6-A310-5A388439E3BA}" dt="2026-01-21T06:26:11.062" v="669"/>
        <pc:sldMkLst>
          <pc:docMk/>
          <pc:sldMk cId="3021992844" sldId="425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3021992844" sldId="425"/>
            <ac:spMk id="2" creationId="{554B46B5-4E47-8636-A219-F690FDD56E40}"/>
          </ac:spMkLst>
        </pc:spChg>
      </pc:sldChg>
      <pc:sldChg chg="modSp add">
        <pc:chgData name="Sinem Demirci" userId="f53c7ad0-2bac-4572-a80e-d57ba0c4f37e" providerId="ADAL" clId="{5B961F9E-096F-4ED6-A310-5A388439E3BA}" dt="2026-01-21T06:26:11.062" v="669"/>
        <pc:sldMkLst>
          <pc:docMk/>
          <pc:sldMk cId="296522151" sldId="426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296522151" sldId="426"/>
            <ac:spMk id="2" creationId="{C619AD31-A781-66C4-A148-CA1C6ADD7B25}"/>
          </ac:spMkLst>
        </pc:spChg>
        <pc:spChg chg="mod">
          <ac:chgData name="Sinem Demirci" userId="f53c7ad0-2bac-4572-a80e-d57ba0c4f37e" providerId="ADAL" clId="{5B961F9E-096F-4ED6-A310-5A388439E3BA}" dt="2026-01-21T06:01:39.803" v="614" actId="6549"/>
          <ac:spMkLst>
            <pc:docMk/>
            <pc:sldMk cId="296522151" sldId="426"/>
            <ac:spMk id="3" creationId="{FAC3402C-4665-2CE8-2E3C-EBD6FC9437AC}"/>
          </ac:spMkLst>
        </pc:spChg>
      </pc:sldChg>
      <pc:sldChg chg="modSp add mod modAnim">
        <pc:chgData name="Sinem Demirci" userId="f53c7ad0-2bac-4572-a80e-d57ba0c4f37e" providerId="ADAL" clId="{5B961F9E-096F-4ED6-A310-5A388439E3BA}" dt="2026-01-21T06:26:11.062" v="669"/>
        <pc:sldMkLst>
          <pc:docMk/>
          <pc:sldMk cId="621598334" sldId="427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621598334" sldId="427"/>
            <ac:spMk id="2" creationId="{59085220-F777-219E-D126-FB9F490ECFC2}"/>
          </ac:spMkLst>
        </pc:spChg>
        <pc:spChg chg="mod">
          <ac:chgData name="Sinem Demirci" userId="f53c7ad0-2bac-4572-a80e-d57ba0c4f37e" providerId="ADAL" clId="{5B961F9E-096F-4ED6-A310-5A388439E3BA}" dt="2026-01-21T06:02:18.151" v="618" actId="20577"/>
          <ac:spMkLst>
            <pc:docMk/>
            <pc:sldMk cId="621598334" sldId="427"/>
            <ac:spMk id="3" creationId="{182736CC-C003-5E00-B506-8815C5D7FD5B}"/>
          </ac:spMkLst>
        </pc:spChg>
      </pc:sldChg>
      <pc:sldChg chg="modSp add mod">
        <pc:chgData name="Sinem Demirci" userId="f53c7ad0-2bac-4572-a80e-d57ba0c4f37e" providerId="ADAL" clId="{5B961F9E-096F-4ED6-A310-5A388439E3BA}" dt="2026-01-21T06:42:17.623" v="876" actId="20577"/>
        <pc:sldMkLst>
          <pc:docMk/>
          <pc:sldMk cId="1011228553" sldId="428"/>
        </pc:sldMkLst>
        <pc:spChg chg="mod">
          <ac:chgData name="Sinem Demirci" userId="f53c7ad0-2bac-4572-a80e-d57ba0c4f37e" providerId="ADAL" clId="{5B961F9E-096F-4ED6-A310-5A388439E3BA}" dt="2026-01-21T06:42:17.623" v="876" actId="20577"/>
          <ac:spMkLst>
            <pc:docMk/>
            <pc:sldMk cId="1011228553" sldId="428"/>
            <ac:spMk id="3" creationId="{188824D1-CFA7-7129-B6DC-237AA1E50CA2}"/>
          </ac:spMkLst>
        </pc:spChg>
      </pc:sldChg>
      <pc:sldChg chg="modSp add mod">
        <pc:chgData name="Sinem Demirci" userId="f53c7ad0-2bac-4572-a80e-d57ba0c4f37e" providerId="ADAL" clId="{5B961F9E-096F-4ED6-A310-5A388439E3BA}" dt="2026-01-21T05:52:48.007" v="505" actId="207"/>
        <pc:sldMkLst>
          <pc:docMk/>
          <pc:sldMk cId="3433010096" sldId="430"/>
        </pc:sldMkLst>
        <pc:spChg chg="mod">
          <ac:chgData name="Sinem Demirci" userId="f53c7ad0-2bac-4572-a80e-d57ba0c4f37e" providerId="ADAL" clId="{5B961F9E-096F-4ED6-A310-5A388439E3BA}" dt="2026-01-21T05:52:48.007" v="505" actId="207"/>
          <ac:spMkLst>
            <pc:docMk/>
            <pc:sldMk cId="3433010096" sldId="430"/>
            <ac:spMk id="2" creationId="{236E8D1E-AAA3-D581-F0AE-371CF8F7633A}"/>
          </ac:spMkLst>
        </pc:spChg>
      </pc:sldChg>
      <pc:sldChg chg="modSp add mod">
        <pc:chgData name="Sinem Demirci" userId="f53c7ad0-2bac-4572-a80e-d57ba0c4f37e" providerId="ADAL" clId="{5B961F9E-096F-4ED6-A310-5A388439E3BA}" dt="2026-01-21T05:57:18.442" v="534" actId="14100"/>
        <pc:sldMkLst>
          <pc:docMk/>
          <pc:sldMk cId="1185565015" sldId="431"/>
        </pc:sldMkLst>
        <pc:spChg chg="mod">
          <ac:chgData name="Sinem Demirci" userId="f53c7ad0-2bac-4572-a80e-d57ba0c4f37e" providerId="ADAL" clId="{5B961F9E-096F-4ED6-A310-5A388439E3BA}" dt="2026-01-21T05:57:18.442" v="534" actId="14100"/>
          <ac:spMkLst>
            <pc:docMk/>
            <pc:sldMk cId="1185565015" sldId="431"/>
            <ac:spMk id="2" creationId="{1790F45F-A080-D989-7DDF-C2783B1E7947}"/>
          </ac:spMkLst>
        </pc:spChg>
      </pc:sldChg>
      <pc:sldChg chg="modSp add mod">
        <pc:chgData name="Sinem Demirci" userId="f53c7ad0-2bac-4572-a80e-d57ba0c4f37e" providerId="ADAL" clId="{5B961F9E-096F-4ED6-A310-5A388439E3BA}" dt="2026-01-21T06:01:26.914" v="609" actId="21"/>
        <pc:sldMkLst>
          <pc:docMk/>
          <pc:sldMk cId="2426499015" sldId="432"/>
        </pc:sldMkLst>
        <pc:spChg chg="mod">
          <ac:chgData name="Sinem Demirci" userId="f53c7ad0-2bac-4572-a80e-d57ba0c4f37e" providerId="ADAL" clId="{5B961F9E-096F-4ED6-A310-5A388439E3BA}" dt="2026-01-21T06:01:26.914" v="609" actId="21"/>
          <ac:spMkLst>
            <pc:docMk/>
            <pc:sldMk cId="2426499015" sldId="432"/>
            <ac:spMk id="3" creationId="{C222CE45-2B2A-A567-AA2D-05B679DC3743}"/>
          </ac:spMkLst>
        </pc:spChg>
      </pc:sldChg>
      <pc:sldChg chg="modSp add mod modAnim">
        <pc:chgData name="Sinem Demirci" userId="f53c7ad0-2bac-4572-a80e-d57ba0c4f37e" providerId="ADAL" clId="{5B961F9E-096F-4ED6-A310-5A388439E3BA}" dt="2026-01-21T06:32:52.282" v="819" actId="1076"/>
        <pc:sldMkLst>
          <pc:docMk/>
          <pc:sldMk cId="1362081266" sldId="433"/>
        </pc:sldMkLst>
        <pc:spChg chg="mod">
          <ac:chgData name="Sinem Demirci" userId="f53c7ad0-2bac-4572-a80e-d57ba0c4f37e" providerId="ADAL" clId="{5B961F9E-096F-4ED6-A310-5A388439E3BA}" dt="2026-01-21T06:32:52.282" v="819" actId="1076"/>
          <ac:spMkLst>
            <pc:docMk/>
            <pc:sldMk cId="1362081266" sldId="433"/>
            <ac:spMk id="3" creationId="{3791ED0E-A760-B42E-60A4-0F58ACE72B9A}"/>
          </ac:spMkLst>
        </pc:spChg>
      </pc:sldChg>
      <pc:sldChg chg="addSp delSp modSp add mod ord delAnim">
        <pc:chgData name="Sinem Demirci" userId="f53c7ad0-2bac-4572-a80e-d57ba0c4f37e" providerId="ADAL" clId="{5B961F9E-096F-4ED6-A310-5A388439E3BA}" dt="2026-01-21T06:36:36.779" v="833"/>
        <pc:sldMkLst>
          <pc:docMk/>
          <pc:sldMk cId="3596962782" sldId="436"/>
        </pc:sldMkLst>
        <pc:spChg chg="del">
          <ac:chgData name="Sinem Demirci" userId="f53c7ad0-2bac-4572-a80e-d57ba0c4f37e" providerId="ADAL" clId="{5B961F9E-096F-4ED6-A310-5A388439E3BA}" dt="2026-01-21T06:05:04.505" v="635" actId="478"/>
          <ac:spMkLst>
            <pc:docMk/>
            <pc:sldMk cId="3596962782" sldId="436"/>
            <ac:spMk id="2" creationId="{2B13109A-1C0E-C67F-EB22-C03A294E61F1}"/>
          </ac:spMkLst>
        </pc:spChg>
        <pc:spChg chg="add del mod">
          <ac:chgData name="Sinem Demirci" userId="f53c7ad0-2bac-4572-a80e-d57ba0c4f37e" providerId="ADAL" clId="{5B961F9E-096F-4ED6-A310-5A388439E3BA}" dt="2026-01-21T06:05:12.047" v="637" actId="478"/>
          <ac:spMkLst>
            <pc:docMk/>
            <pc:sldMk cId="3596962782" sldId="436"/>
            <ac:spMk id="5" creationId="{4405D5E1-F07F-9274-5B4A-3F2AC4137030}"/>
          </ac:spMkLst>
        </pc:spChg>
        <pc:spChg chg="mod">
          <ac:chgData name="Sinem Demirci" userId="f53c7ad0-2bac-4572-a80e-d57ba0c4f37e" providerId="ADAL" clId="{5B961F9E-096F-4ED6-A310-5A388439E3BA}" dt="2026-01-21T06:04:35.751" v="634" actId="1076"/>
          <ac:spMkLst>
            <pc:docMk/>
            <pc:sldMk cId="3596962782" sldId="436"/>
            <ac:spMk id="87" creationId="{6B4BE0AA-6572-C225-1CCD-B5528E26E9AE}"/>
          </ac:spMkLst>
        </pc:spChg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3596962782" sldId="436"/>
            <ac:spMk id="88" creationId="{3B60D5A0-27E1-1D17-B118-C7E4F524CDC9}"/>
          </ac:spMkLst>
        </pc:spChg>
        <pc:picChg chg="mod">
          <ac:chgData name="Sinem Demirci" userId="f53c7ad0-2bac-4572-a80e-d57ba0c4f37e" providerId="ADAL" clId="{5B961F9E-096F-4ED6-A310-5A388439E3BA}" dt="2026-01-21T06:05:09.445" v="636" actId="1076"/>
          <ac:picMkLst>
            <pc:docMk/>
            <pc:sldMk cId="3596962782" sldId="436"/>
            <ac:picMk id="3" creationId="{C054A049-1FB1-9FF9-8868-54745337D6AD}"/>
          </ac:picMkLst>
        </pc:picChg>
      </pc:sldChg>
      <pc:sldChg chg="modSp add mod ord">
        <pc:chgData name="Sinem Demirci" userId="f53c7ad0-2bac-4572-a80e-d57ba0c4f37e" providerId="ADAL" clId="{5B961F9E-096F-4ED6-A310-5A388439E3BA}" dt="2026-01-21T06:35:57.655" v="829" actId="1076"/>
        <pc:sldMkLst>
          <pc:docMk/>
          <pc:sldMk cId="1685926511" sldId="437"/>
        </pc:sldMkLst>
        <pc:spChg chg="mod">
          <ac:chgData name="Sinem Demirci" userId="f53c7ad0-2bac-4572-a80e-d57ba0c4f37e" providerId="ADAL" clId="{5B961F9E-096F-4ED6-A310-5A388439E3BA}" dt="2026-01-21T06:35:46.908" v="825" actId="20577"/>
          <ac:spMkLst>
            <pc:docMk/>
            <pc:sldMk cId="1685926511" sldId="437"/>
            <ac:spMk id="87" creationId="{C0D42860-3111-6211-5C7A-4F5298F6959E}"/>
          </ac:spMkLst>
        </pc:spChg>
        <pc:spChg chg="mod">
          <ac:chgData name="Sinem Demirci" userId="f53c7ad0-2bac-4572-a80e-d57ba0c4f37e" providerId="ADAL" clId="{5B961F9E-096F-4ED6-A310-5A388439E3BA}" dt="2026-01-21T06:35:54.952" v="828" actId="1076"/>
          <ac:spMkLst>
            <pc:docMk/>
            <pc:sldMk cId="1685926511" sldId="437"/>
            <ac:spMk id="88" creationId="{4244F6F6-3CA6-CD7A-63DB-C89987AEFA06}"/>
          </ac:spMkLst>
        </pc:spChg>
        <pc:picChg chg="mod">
          <ac:chgData name="Sinem Demirci" userId="f53c7ad0-2bac-4572-a80e-d57ba0c4f37e" providerId="ADAL" clId="{5B961F9E-096F-4ED6-A310-5A388439E3BA}" dt="2026-01-21T06:35:57.655" v="829" actId="1076"/>
          <ac:picMkLst>
            <pc:docMk/>
            <pc:sldMk cId="1685926511" sldId="437"/>
            <ac:picMk id="2" creationId="{6CC4728F-B5AD-6A93-944A-3C74AD04E700}"/>
          </ac:picMkLst>
        </pc:picChg>
      </pc:sldChg>
      <pc:sldChg chg="modSp add mod ord">
        <pc:chgData name="Sinem Demirci" userId="f53c7ad0-2bac-4572-a80e-d57ba0c4f37e" providerId="ADAL" clId="{5B961F9E-096F-4ED6-A310-5A388439E3BA}" dt="2026-01-21T06:41:49.708" v="869" actId="20577"/>
        <pc:sldMkLst>
          <pc:docMk/>
          <pc:sldMk cId="1896467455" sldId="438"/>
        </pc:sldMkLst>
        <pc:spChg chg="mod">
          <ac:chgData name="Sinem Demirci" userId="f53c7ad0-2bac-4572-a80e-d57ba0c4f37e" providerId="ADAL" clId="{5B961F9E-096F-4ED6-A310-5A388439E3BA}" dt="2026-01-21T06:41:49.708" v="869" actId="20577"/>
          <ac:spMkLst>
            <pc:docMk/>
            <pc:sldMk cId="1896467455" sldId="438"/>
            <ac:spMk id="2" creationId="{21C4509A-E33E-FE31-4F79-5029D2462F8B}"/>
          </ac:spMkLst>
        </pc:spChg>
      </pc:sldChg>
      <pc:sldChg chg="modSp add">
        <pc:chgData name="Sinem Demirci" userId="f53c7ad0-2bac-4572-a80e-d57ba0c4f37e" providerId="ADAL" clId="{5B961F9E-096F-4ED6-A310-5A388439E3BA}" dt="2026-01-21T06:26:11.062" v="669"/>
        <pc:sldMkLst>
          <pc:docMk/>
          <pc:sldMk cId="2304107229" sldId="440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2304107229" sldId="440"/>
            <ac:spMk id="2" creationId="{EDDFEA93-55A0-09B2-0220-1A11C36429C9}"/>
          </ac:spMkLst>
        </pc:spChg>
      </pc:sldChg>
      <pc:sldChg chg="new del">
        <pc:chgData name="Sinem Demirci" userId="f53c7ad0-2bac-4572-a80e-d57ba0c4f37e" providerId="ADAL" clId="{5B961F9E-096F-4ED6-A310-5A388439E3BA}" dt="2026-01-21T05:28:30.983" v="34" actId="680"/>
        <pc:sldMkLst>
          <pc:docMk/>
          <pc:sldMk cId="3629114711" sldId="441"/>
        </pc:sldMkLst>
      </pc:sldChg>
      <pc:sldChg chg="modSp new mod ord">
        <pc:chgData name="Sinem Demirci" userId="f53c7ad0-2bac-4572-a80e-d57ba0c4f37e" providerId="ADAL" clId="{5B961F9E-096F-4ED6-A310-5A388439E3BA}" dt="2026-01-21T06:26:11.062" v="669"/>
        <pc:sldMkLst>
          <pc:docMk/>
          <pc:sldMk cId="3779596196" sldId="441"/>
        </pc:sldMkLst>
        <pc:spChg chg="mod">
          <ac:chgData name="Sinem Demirci" userId="f53c7ad0-2bac-4572-a80e-d57ba0c4f37e" providerId="ADAL" clId="{5B961F9E-096F-4ED6-A310-5A388439E3BA}" dt="2026-01-21T06:26:11.062" v="669"/>
          <ac:spMkLst>
            <pc:docMk/>
            <pc:sldMk cId="3779596196" sldId="441"/>
            <ac:spMk id="2" creationId="{8903785B-0A55-254A-5231-C602BFFC7536}"/>
          </ac:spMkLst>
        </pc:spChg>
        <pc:spChg chg="mod">
          <ac:chgData name="Sinem Demirci" userId="f53c7ad0-2bac-4572-a80e-d57ba0c4f37e" providerId="ADAL" clId="{5B961F9E-096F-4ED6-A310-5A388439E3BA}" dt="2026-01-21T05:40:03.898" v="360" actId="20577"/>
          <ac:spMkLst>
            <pc:docMk/>
            <pc:sldMk cId="3779596196" sldId="441"/>
            <ac:spMk id="3" creationId="{09779CC9-763D-67EB-FF85-040B27274BFC}"/>
          </ac:spMkLst>
        </pc:spChg>
      </pc:sldChg>
      <pc:sldMasterChg chg="addSldLayout">
        <pc:chgData name="Sinem Demirci" userId="f53c7ad0-2bac-4572-a80e-d57ba0c4f37e" providerId="ADAL" clId="{5B961F9E-096F-4ED6-A310-5A388439E3BA}" dt="2026-01-21T05:00:49.850" v="0" actId="680"/>
        <pc:sldMasterMkLst>
          <pc:docMk/>
          <pc:sldMasterMk cId="2957725281" sldId="2147483648"/>
        </pc:sldMasterMkLst>
        <pc:sldLayoutChg chg="add">
          <pc:chgData name="Sinem Demirci" userId="f53c7ad0-2bac-4572-a80e-d57ba0c4f37e" providerId="ADAL" clId="{5B961F9E-096F-4ED6-A310-5A388439E3BA}" dt="2026-01-21T05:00:49.850" v="0" actId="680"/>
          <pc:sldLayoutMkLst>
            <pc:docMk/>
            <pc:sldMasterMk cId="2957725281" sldId="2147483648"/>
            <pc:sldLayoutMk cId="3702477701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6A8E7-8220-43D4-9565-147A90D5AA6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70FAF-C848-4F33-A719-C5461F0C8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2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f59678cc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f59678cc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6FD9C952-F999-2274-F5B5-5C9AB7EC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f59678cc4_0_15:notes">
            <a:extLst>
              <a:ext uri="{FF2B5EF4-FFF2-40B4-BE49-F238E27FC236}">
                <a16:creationId xmlns:a16="http://schemas.microsoft.com/office/drawing/2014/main" id="{2938F66A-102E-AB24-6151-BF7D6B1A8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f59678cc4_0_15:notes">
            <a:extLst>
              <a:ext uri="{FF2B5EF4-FFF2-40B4-BE49-F238E27FC236}">
                <a16:creationId xmlns:a16="http://schemas.microsoft.com/office/drawing/2014/main" id="{46D39C43-0999-23AF-0FB3-F921E5FD2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234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81FE4FDF-E79C-895E-E6C9-952D50E7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f59678cc4_0_15:notes">
            <a:extLst>
              <a:ext uri="{FF2B5EF4-FFF2-40B4-BE49-F238E27FC236}">
                <a16:creationId xmlns:a16="http://schemas.microsoft.com/office/drawing/2014/main" id="{B1153B93-775B-D797-3D7B-49C954D7C8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f59678cc4_0_15:notes">
            <a:extLst>
              <a:ext uri="{FF2B5EF4-FFF2-40B4-BE49-F238E27FC236}">
                <a16:creationId xmlns:a16="http://schemas.microsoft.com/office/drawing/2014/main" id="{4B940845-5A6F-C9DC-D09C-5CDCE207A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3979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6bfc57a9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6bfc57a9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6bfc57a97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6bfc57a97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6bfc57a9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76bfc57a97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6bfc57a9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6bfc57a9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2A8B-64E9-13D5-10A4-E4C866745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F5567-81C0-B1AF-2751-78FA9C517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0247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76D6-0E40-733F-6E83-B7132729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5D812-2AA6-8532-421F-9F6F9EA4C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21F91-8844-8172-8D2D-9F6568207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B43FF-BDED-E3AC-F70C-5FEC52D2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C3B03-3565-4964-9F37-904E20FB4EF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955E6-9637-3CE5-82D6-3F50ED2A5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9B827-CA2C-AF64-1296-0449B2FB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ABCAE-DE3D-40C1-9C1D-F0D301D5B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1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785" y="417600"/>
            <a:ext cx="6775449" cy="10968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723902" y="1704976"/>
            <a:ext cx="8079317" cy="31718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0354" y="6489578"/>
            <a:ext cx="577517" cy="125534"/>
          </a:xfrm>
        </p:spPr>
        <p:txBody>
          <a:bodyPr/>
          <a:lstStyle/>
          <a:p>
            <a:r>
              <a:rPr lang="en-GB" dirty="0"/>
              <a:t>1-</a:t>
            </a:r>
            <a:fld id="{DDBE135E-2566-4748-853C-8A3B78F0FB0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49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7707-5287-D51C-F007-E8332FF7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844A4-7DA2-6852-358F-D7066AB25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8A2AA-5898-DD6F-0CBE-530E8252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BCBFF-A764-4B97-AA3F-56BCD3751F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C910F-92C7-69CD-CD86-53074AB3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ED8F6-87AE-0E34-66AE-B8A09A3B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7B760-3E71-4F1D-85F5-810241C02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9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91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72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5" Type="http://schemas.openxmlformats.org/officeDocument/2006/relationships/image" Target="../media/image6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hyperlink" Target="http://www.rossmanchance.com/applets/TBIA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ssmanchance.com/applets/2021/confsim/ConfSim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CA03-3C91-B2B1-13A9-0E4949016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Confidence Intervals for 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dirty="0">
                <a:solidFill>
                  <a:schemeClr val="accent5"/>
                </a:solidFill>
              </a:rPr>
              <a:t>Proportions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FC9C2-6AB4-653C-27C3-E83A1C63F6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3 Lecture 3</a:t>
            </a:r>
          </a:p>
        </p:txBody>
      </p:sp>
    </p:spTree>
    <p:extLst>
      <p:ext uri="{BB962C8B-B14F-4D97-AF65-F5344CB8AC3E}">
        <p14:creationId xmlns:p14="http://schemas.microsoft.com/office/powerpoint/2010/main" val="118128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785B-0A55-254A-5231-C602BFFC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Let’s put things 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79CC9-763D-67EB-FF85-040B27274B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901" y="1704976"/>
            <a:ext cx="10429873" cy="3171825"/>
          </a:xfrm>
        </p:spPr>
        <p:txBody>
          <a:bodyPr/>
          <a:lstStyle/>
          <a:p>
            <a:r>
              <a:rPr lang="en-US" dirty="0"/>
              <a:t>Investigation 2 – Last 4 - 5 questions</a:t>
            </a:r>
          </a:p>
          <a:p>
            <a:r>
              <a:rPr lang="en-US" dirty="0"/>
              <a:t>Central Limit Theorem for Sample Proportion</a:t>
            </a:r>
          </a:p>
          <a:p>
            <a:endParaRPr lang="en-US" dirty="0"/>
          </a:p>
          <a:p>
            <a:r>
              <a:rPr lang="en-US" dirty="0"/>
              <a:t>They lead us to talk about more “nicely shaped” distributions</a:t>
            </a:r>
          </a:p>
          <a:p>
            <a:pPr lvl="1"/>
            <a:r>
              <a:rPr lang="en-US" dirty="0"/>
              <a:t>Unimodal that are not too skewed and tails are not overly long or short</a:t>
            </a:r>
          </a:p>
          <a:p>
            <a:pPr lvl="1"/>
            <a:r>
              <a:rPr lang="en-US" dirty="0"/>
              <a:t>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77959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6297B-B1C7-70DA-C2F9-77B75832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9F135-BB61-01EB-5115-044C38410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706624"/>
            <a:ext cx="722376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0" i="0" u="none" strike="noStrike" baseline="0" dirty="0"/>
              <a:t>The distribution of many real-world phenomena follow a </a:t>
            </a:r>
            <a:r>
              <a:rPr lang="en-US" b="1" i="0" u="none" strike="noStrike" baseline="0" dirty="0"/>
              <a:t>normal distribution</a:t>
            </a:r>
            <a:r>
              <a:rPr lang="en-US" b="0" i="0" u="none" strike="noStrike" baseline="0" dirty="0"/>
              <a:t>.</a:t>
            </a:r>
          </a:p>
          <a:p>
            <a:r>
              <a:rPr lang="en-US" dirty="0"/>
              <a:t>Empirical Rule (</a:t>
            </a:r>
            <a:r>
              <a:rPr lang="en-US" b="1" i="1" dirty="0"/>
              <a:t>68-95-99.7% rule</a:t>
            </a:r>
            <a:r>
              <a:rPr lang="en-US" dirty="0"/>
              <a:t>): </a:t>
            </a:r>
            <a:r>
              <a:rPr lang="en-US" b="0" i="0" u="none" strike="noStrike" baseline="0" dirty="0"/>
              <a:t> In a Normal</a:t>
            </a:r>
            <a:r>
              <a:rPr lang="en-US" b="0" i="0" u="none" strike="noStrike" dirty="0"/>
              <a:t> distribution, we expect to find </a:t>
            </a:r>
          </a:p>
          <a:p>
            <a:pPr lvl="1"/>
            <a:r>
              <a:rPr lang="en-US" dirty="0"/>
              <a:t>about 68% of data within </a:t>
            </a:r>
            <a:r>
              <a:rPr lang="en-US" sz="2800" dirty="0"/>
              <a:t>±</a:t>
            </a:r>
            <a:r>
              <a:rPr lang="en-US" dirty="0"/>
              <a:t> 1 SD of the mean.</a:t>
            </a:r>
          </a:p>
          <a:p>
            <a:pPr lvl="1"/>
            <a:r>
              <a:rPr lang="en-US" dirty="0"/>
              <a:t>about 95% of data within </a:t>
            </a:r>
            <a:r>
              <a:rPr lang="en-US" sz="2800" dirty="0"/>
              <a:t>±</a:t>
            </a:r>
            <a:r>
              <a:rPr lang="en-US" dirty="0"/>
              <a:t> 2 SDs of the mean.</a:t>
            </a:r>
          </a:p>
          <a:p>
            <a:pPr lvl="1"/>
            <a:r>
              <a:rPr lang="en-US" dirty="0"/>
              <a:t>&gt;99% of data within </a:t>
            </a:r>
            <a:r>
              <a:rPr lang="en-US" sz="2800" dirty="0"/>
              <a:t>±</a:t>
            </a:r>
            <a:r>
              <a:rPr lang="en-US" dirty="0"/>
              <a:t> 3 SDs of the mean.</a:t>
            </a:r>
            <a:endParaRPr lang="en-US" b="0" i="0" u="none" strike="noStrike" dirty="0"/>
          </a:p>
          <a:p>
            <a:endParaRPr lang="en-US" b="0" i="0" u="none" strike="noStrike" baseline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384E4-508F-32D6-C766-7D27FA119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45276"/>
            <a:ext cx="4014216" cy="2197783"/>
          </a:xfrm>
          <a:prstGeom prst="rect">
            <a:avLst/>
          </a:prstGeom>
        </p:spPr>
      </p:pic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0A45D017-2CDB-F0E4-2E7A-4024C3D72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33383"/>
            <a:ext cx="3995928" cy="20678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93ECEF-9A60-2944-4704-218AB546106D}"/>
              </a:ext>
            </a:extLst>
          </p:cNvPr>
          <p:cNvSpPr txBox="1"/>
          <p:nvPr/>
        </p:nvSpPr>
        <p:spPr>
          <a:xfrm>
            <a:off x="640080" y="1101787"/>
            <a:ext cx="62626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accent5"/>
                </a:solidFill>
              </a:rPr>
              <a:t>Normal Distribution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1430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8D1E-AAA3-D581-F0AE-371CF8F76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85" y="4037100"/>
            <a:ext cx="7231590" cy="10968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Review of Central Limit Theorem for Sample Proportion</a:t>
            </a:r>
          </a:p>
        </p:txBody>
      </p:sp>
    </p:spTree>
    <p:extLst>
      <p:ext uri="{BB962C8B-B14F-4D97-AF65-F5344CB8AC3E}">
        <p14:creationId xmlns:p14="http://schemas.microsoft.com/office/powerpoint/2010/main" val="3433010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text&#10;&#10;AI-generated content may be incorrect.">
            <a:extLst>
              <a:ext uri="{FF2B5EF4-FFF2-40B4-BE49-F238E27FC236}">
                <a16:creationId xmlns:a16="http://schemas.microsoft.com/office/drawing/2014/main" id="{E8C185CF-DD60-7A19-A5A4-09FF7362E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74" y="3429000"/>
            <a:ext cx="10905066" cy="26172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F5FFC31-18A1-6B61-B8BA-A45D9518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263348"/>
            <a:ext cx="9890526" cy="1096875"/>
          </a:xfrm>
        </p:spPr>
        <p:txBody>
          <a:bodyPr>
            <a:normAutofit/>
          </a:bodyPr>
          <a:lstStyle/>
          <a:p>
            <a:r>
              <a:rPr lang="en-US" sz="3600" b="1" dirty="0"/>
              <a:t>REMEMBER!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3F3C5E-FBD2-B68B-4173-ECB6D9141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07" y="1225550"/>
            <a:ext cx="10515600" cy="2012950"/>
          </a:xfrm>
        </p:spPr>
        <p:txBody>
          <a:bodyPr>
            <a:normAutofit/>
          </a:bodyPr>
          <a:lstStyle/>
          <a:p>
            <a:r>
              <a:rPr lang="en-US" dirty="0"/>
              <a:t>The values of statistics vary from sample to sample. </a:t>
            </a:r>
          </a:p>
          <a:p>
            <a:pPr lvl="1"/>
            <a:r>
              <a:rPr lang="en-US" dirty="0"/>
              <a:t>This phenomenon is called </a:t>
            </a:r>
            <a:r>
              <a:rPr lang="en-US" dirty="0">
                <a:solidFill>
                  <a:schemeClr val="accent5"/>
                </a:solidFill>
              </a:rPr>
              <a:t>sampling variability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Fortunately, if we look at the results of many samples, there is a predictable pattern to this variability. </a:t>
            </a:r>
          </a:p>
          <a:p>
            <a:pPr lvl="2"/>
            <a:r>
              <a:rPr lang="en-US" dirty="0"/>
              <a:t>This pattern is called the </a:t>
            </a:r>
            <a:r>
              <a:rPr lang="en-US" dirty="0">
                <a:solidFill>
                  <a:schemeClr val="accent5"/>
                </a:solidFill>
              </a:rPr>
              <a:t>sampling distribution</a:t>
            </a:r>
            <a:r>
              <a:rPr lang="en-US" dirty="0"/>
              <a:t> of the statistic. </a:t>
            </a:r>
          </a:p>
        </p:txBody>
      </p:sp>
    </p:spTree>
    <p:extLst>
      <p:ext uri="{BB962C8B-B14F-4D97-AF65-F5344CB8AC3E}">
        <p14:creationId xmlns:p14="http://schemas.microsoft.com/office/powerpoint/2010/main" val="58616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CC73-2388-F6F9-9F2C-7DBCD287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8986131" cy="11321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>
                <a:solidFill>
                  <a:schemeClr val="accent5"/>
                </a:solidFill>
              </a:rPr>
              <a:t>Sampling Distribution of the Sample Proportion</a:t>
            </a:r>
            <a:endParaRPr lang="en-US" sz="5400" i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4C8E235-58D4-4ED3-EDC1-EF53C5F7501F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30936" y="2807208"/>
                <a:ext cx="4127772" cy="341071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</a:rPr>
                  <a:t> Normal model centered at </a:t>
                </a:r>
                <a14:m>
                  <m:oMath xmlns:m="http://schemas.openxmlformats.org/officeDocument/2006/math">
                    <m:r>
                      <a:rPr lang="el-G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with a standard deviation of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l-G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is a good model for a collection of proportions found for many random samples of size </a:t>
                </a:r>
                <a:r>
                  <a:rPr lang="en-US" sz="1800" i="1" dirty="0">
                    <a:solidFill>
                      <a:schemeClr val="tx1"/>
                    </a:solidFill>
                  </a:rPr>
                  <a:t>n</a:t>
                </a:r>
                <a:r>
                  <a:rPr lang="en-US" sz="1800" dirty="0">
                    <a:solidFill>
                      <a:schemeClr val="tx1"/>
                    </a:solidFill>
                  </a:rPr>
                  <a:t> from a population with mean </a:t>
                </a:r>
                <a:r>
                  <a:rPr lang="el-GR" sz="1800" dirty="0">
                    <a:solidFill>
                      <a:schemeClr val="tx1"/>
                    </a:solidFill>
                  </a:rPr>
                  <a:t>π</a:t>
                </a:r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1800" dirty="0">
                    <a:solidFill>
                      <a:schemeClr val="tx1"/>
                    </a:solidFill>
                  </a:rPr>
                  <a:t>We’ve seen that the sampling distribution of proportions follows the 68–95–99.7 Rule too.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4C8E235-58D4-4ED3-EDC1-EF53C5F75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30936" y="2807208"/>
                <a:ext cx="4127772" cy="341071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4968706-121B-3F4C-A9D7-3F1802FE7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301" y="4188542"/>
            <a:ext cx="645527" cy="475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2EE71-6189-7D05-CEEB-FEB8277CE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987" y="4188542"/>
            <a:ext cx="645527" cy="4753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E7F8A3-5DA0-25DF-BCEA-41399689C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933" y="4188542"/>
            <a:ext cx="645527" cy="475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A92519-5AD1-F11E-6094-62381E2E6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247" y="4188542"/>
            <a:ext cx="645527" cy="4753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26C031-F259-72CA-D234-F2D98701C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788" y="4188542"/>
            <a:ext cx="645527" cy="4753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2980EF-EC8B-8F47-A6E6-FA4756617636}"/>
                  </a:ext>
                </a:extLst>
              </p:cNvPr>
              <p:cNvSpPr txBox="1"/>
              <p:nvPr/>
            </p:nvSpPr>
            <p:spPr>
              <a:xfrm>
                <a:off x="7929762" y="4178513"/>
                <a:ext cx="4572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2980EF-EC8B-8F47-A6E6-FA4756617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762" y="4178513"/>
                <a:ext cx="4572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function&#10;&#10;AI-generated content may be incorrect.">
            <a:extLst>
              <a:ext uri="{FF2B5EF4-FFF2-40B4-BE49-F238E27FC236}">
                <a16:creationId xmlns:a16="http://schemas.microsoft.com/office/drawing/2014/main" id="{111A2B5F-A6AB-B79F-BEC8-8DA8477CA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1841144"/>
            <a:ext cx="6903720" cy="3175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6F1DF6-F44A-20C6-7812-1001B15CF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2673" y="4188542"/>
            <a:ext cx="645527" cy="4753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6114FC-04C2-31C6-4879-C1B654A6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216" y="4164748"/>
            <a:ext cx="645527" cy="4753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C9FDAD-91D7-E326-C021-6211F2A45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539" y="4188542"/>
            <a:ext cx="645527" cy="475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9E401C-60E1-87BD-40DB-E33AEC712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339" y="4188542"/>
            <a:ext cx="645527" cy="4753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29C182-E429-369C-3932-7DA277FB7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177" y="4188695"/>
            <a:ext cx="645527" cy="4753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292549-C439-111A-51CD-528E71270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798" y="4166858"/>
            <a:ext cx="645527" cy="4753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1D86A3-DEB7-3031-AFDF-B1B4E1B44E33}"/>
                  </a:ext>
                </a:extLst>
              </p:cNvPr>
              <p:cNvSpPr txBox="1"/>
              <p:nvPr/>
            </p:nvSpPr>
            <p:spPr>
              <a:xfrm>
                <a:off x="7762896" y="4178513"/>
                <a:ext cx="83685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1D86A3-DEB7-3031-AFDF-B1B4E1B44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896" y="4178513"/>
                <a:ext cx="83685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57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BACC-0272-7CCE-8165-01DA9066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accent5"/>
                </a:solidFill>
                <a:latin typeface="+mj-lt"/>
              </a:rPr>
              <a:t>Central Limit Theorem for Sample Proportion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341AE-CF60-A09B-F1EF-247F25972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Even though we can’t control sampling variability, we can predict exactly how much different proportions will vary from sample to sample. </a:t>
            </a:r>
          </a:p>
          <a:p>
            <a:r>
              <a:rPr lang="en-US" dirty="0">
                <a:solidFill>
                  <a:schemeClr val="tx1"/>
                </a:solidFill>
              </a:rPr>
              <a:t>This will enable us to make sound decisions based on a </a:t>
            </a:r>
            <a:r>
              <a:rPr lang="en-US" i="1" dirty="0">
                <a:solidFill>
                  <a:schemeClr val="tx1"/>
                </a:solidFill>
              </a:rPr>
              <a:t>single sample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After all, in real life, you will not take 10,000 samples, right?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E1109E-6F81-DFE8-DB65-CA09C9E5A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903" y="329184"/>
            <a:ext cx="1595404" cy="26106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162377-38B0-947E-573A-0E951C424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490" y="3429000"/>
            <a:ext cx="3330229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4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0ED3-D293-7F1D-DCB7-C6ADA91F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F45F-A080-D989-7DDF-C2783B1E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84" y="4037100"/>
            <a:ext cx="9927166" cy="10968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Confidence Intervals for a Single Proportion</a:t>
            </a:r>
          </a:p>
        </p:txBody>
      </p:sp>
    </p:spTree>
    <p:extLst>
      <p:ext uri="{BB962C8B-B14F-4D97-AF65-F5344CB8AC3E}">
        <p14:creationId xmlns:p14="http://schemas.microsoft.com/office/powerpoint/2010/main" val="118556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67A5-BA00-24AD-F7B7-8D6E245F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785" y="417600"/>
            <a:ext cx="9125600" cy="10968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Confidence Interval for Proportions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1ED0E-A760-B42E-60A4-0F58ACE72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1785" y="1514475"/>
            <a:ext cx="10902041" cy="439102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Much of Statistics involves making inferences about parameters based on statistics.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With </a:t>
            </a:r>
            <a:r>
              <a:rPr lang="en-US" i="1" dirty="0"/>
              <a:t>categorical </a:t>
            </a:r>
            <a:r>
              <a:rPr lang="en-US" dirty="0"/>
              <a:t>variables, the simplest relevant parameter/statistic is a </a:t>
            </a:r>
            <a:r>
              <a:rPr lang="en-US" i="1" dirty="0"/>
              <a:t>proportion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Two primary kinds of statistical inference procedures are: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Parameter estimation, </a:t>
            </a:r>
            <a:r>
              <a:rPr lang="en-US" dirty="0"/>
              <a:t>which estimate the value of a population parameter with a value or an interval of values based on a sample statistic; 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Point Estimation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Interval Estimation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Hypothesis Testing: </a:t>
            </a:r>
            <a:r>
              <a:rPr lang="en-US" dirty="0"/>
              <a:t>Next week… 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08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E364-3D8C-461A-E7F7-D57F0858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785" y="417600"/>
            <a:ext cx="9163620" cy="1096875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Gallup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3C641-6159-AA3A-6C64-78B67E7218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1785" y="1514475"/>
            <a:ext cx="10372723" cy="385762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accent5"/>
                </a:solidFill>
              </a:rPr>
              <a:t>EXAMPLE: </a:t>
            </a:r>
            <a:r>
              <a:rPr lang="en-US" dirty="0"/>
              <a:t>The Gallup Poll periodically asks a random sample of U.S. adults whether they think economic conditions are getting better, getting worse, or staying about the same. When Gallup polled </a:t>
            </a:r>
            <a:r>
              <a:rPr lang="en-US" b="1" dirty="0"/>
              <a:t>3559 respondents </a:t>
            </a:r>
            <a:r>
              <a:rPr lang="en-US" dirty="0"/>
              <a:t>in April 2013 (during the week ending April 21), only </a:t>
            </a:r>
            <a:r>
              <a:rPr lang="en-US" b="1" dirty="0"/>
              <a:t>1495 thought </a:t>
            </a:r>
            <a:r>
              <a:rPr lang="en-US" dirty="0"/>
              <a:t>economic conditions in the United States were </a:t>
            </a:r>
            <a:r>
              <a:rPr lang="en-US" b="1" dirty="0"/>
              <a:t>getting better</a:t>
            </a:r>
            <a:r>
              <a:rPr lang="en-US" dirty="0"/>
              <a:t>—</a:t>
            </a:r>
            <a:r>
              <a:rPr lang="en-US" b="1" dirty="0"/>
              <a:t>a sample proportion of 0.42.</a:t>
            </a:r>
          </a:p>
        </p:txBody>
      </p:sp>
    </p:spTree>
    <p:extLst>
      <p:ext uri="{BB962C8B-B14F-4D97-AF65-F5344CB8AC3E}">
        <p14:creationId xmlns:p14="http://schemas.microsoft.com/office/powerpoint/2010/main" val="377569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3486-85E4-AA11-1C2E-A3CD4BAF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Gallup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CE7FA-15ED-1795-BB30-74122706D4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can we say about consumer confidence in the entire population when the proportion that we measure keeps bouncing around from sample to sample? </a:t>
            </a:r>
          </a:p>
          <a:p>
            <a:r>
              <a:rPr lang="en-US" dirty="0"/>
              <a:t>That’s where the sampling distribution model can help.</a:t>
            </a:r>
          </a:p>
        </p:txBody>
      </p:sp>
    </p:spTree>
    <p:extLst>
      <p:ext uri="{BB962C8B-B14F-4D97-AF65-F5344CB8AC3E}">
        <p14:creationId xmlns:p14="http://schemas.microsoft.com/office/powerpoint/2010/main" val="385344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E5F6-66E4-F883-9028-46800F21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Here is what we know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4AD194-214C-4034-9E00-4758BB33A01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10496548" cy="408622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What do we know about our sampling distribution model? </a:t>
                </a:r>
              </a:p>
              <a:p>
                <a:r>
                  <a:rPr lang="en-US" dirty="0"/>
                  <a:t>It’s centered at the true proportion, </a:t>
                </a:r>
                <a14:m>
                  <m:oMath xmlns:m="http://schemas.openxmlformats.org/officeDocument/2006/math">
                    <m:r>
                      <a:rPr lang="el-GR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of all U.S. adults who think the economy is improving. </a:t>
                </a:r>
              </a:p>
              <a:p>
                <a:pPr lvl="1"/>
                <a:r>
                  <a:rPr lang="en-US" dirty="0"/>
                  <a:t>But we don’t know 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l-G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It probably isn’t 42.0%. </a:t>
                </a:r>
              </a:p>
              <a:p>
                <a:pPr lvl="1"/>
                <a:r>
                  <a:rPr lang="en-US" dirty="0"/>
                  <a:t>That’s the statistic (p-hat) from our sample. </a:t>
                </a:r>
              </a:p>
              <a:p>
                <a:r>
                  <a:rPr lang="en-US" dirty="0"/>
                  <a:t>The standard deviation of the sampling distribution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l-GR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The shape of the sampling distribution is approximately Normal, when the sample is large enough.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4AD194-214C-4034-9E00-4758BB33A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10496548" cy="4086224"/>
              </a:xfrm>
              <a:blipFill>
                <a:blip r:embed="rId2"/>
                <a:stretch>
                  <a:fillRect l="-929" t="-3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2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46B5-4E47-8636-A219-F690FDD5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Is what we know useful?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741641-7859-973F-988F-7739F4C92626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9791698" cy="42481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This is all fine in the model world, but we need to solve problems in the real world. </a:t>
                </a:r>
              </a:p>
              <a:p>
                <a:r>
                  <a:rPr lang="en-US" dirty="0"/>
                  <a:t>In the real world, we don’t know</a:t>
                </a:r>
                <a:r>
                  <a:rPr lang="el-GR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we did, we wouldn’t have bothered to take a sample.</a:t>
                </a:r>
              </a:p>
              <a:p>
                <a:r>
                  <a:rPr lang="en-US" dirty="0"/>
                  <a:t>And so, we don’t know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l-G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/>
                  <a:t> either. </a:t>
                </a:r>
              </a:p>
              <a:p>
                <a:pPr lvl="1"/>
                <a:r>
                  <a:rPr lang="en-US" dirty="0"/>
                  <a:t>But, we’ll do the best we can and estimate it by using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/>
                  <a:t> 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741641-7859-973F-988F-7739F4C926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9791698" cy="4248149"/>
              </a:xfrm>
              <a:blipFill>
                <a:blip r:embed="rId2"/>
                <a:stretch>
                  <a:fillRect l="-1121" t="-2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992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4487-6E56-7B5D-572F-FAD5F64E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8343-8612-65DA-1984-83EE024C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785" y="417600"/>
            <a:ext cx="9612840" cy="10968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Is what we know useful? – Gallup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22CE45-2B2A-A567-AA2D-05B679DC374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9791698" cy="42481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We’ll do the best we can and estimate it by using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/>
                  <a:t> . 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That may not seem like a big deal, but it gets a special name.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Whenever we estimate the standard deviation of a sampling distribution, we call it a </a:t>
                </a:r>
                <a:r>
                  <a:rPr lang="en-US" dirty="0">
                    <a:solidFill>
                      <a:schemeClr val="accent5"/>
                    </a:solidFill>
                  </a:rPr>
                  <a:t>standard error (SE)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22CE45-2B2A-A567-AA2D-05B679DC3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9791698" cy="42481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499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AD31-A781-66C4-A148-CA1C6ADD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Gallup Example (Still!)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C3402C-4665-2CE8-2E3C-EBD6FC9437A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10715623" cy="3171825"/>
              </a:xfrm>
            </p:spPr>
            <p:txBody>
              <a:bodyPr/>
              <a:lstStyle/>
              <a:p>
                <a:r>
                  <a:rPr lang="en-US" dirty="0"/>
                  <a:t>Using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we find the standard error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C3402C-4665-2CE8-2E3C-EBD6FC9437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10715623" cy="31718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9CBA152-89FB-713F-349A-82B2C224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48" y="3566047"/>
            <a:ext cx="6020322" cy="1310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E64B4E-34C8-55A2-E5C6-9E647EA3A32F}"/>
                  </a:ext>
                </a:extLst>
              </p:cNvPr>
              <p:cNvSpPr txBox="1"/>
              <p:nvPr/>
            </p:nvSpPr>
            <p:spPr>
              <a:xfrm>
                <a:off x="2137032" y="3766074"/>
                <a:ext cx="939543" cy="9106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E64B4E-34C8-55A2-E5C6-9E647EA3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032" y="3766074"/>
                <a:ext cx="939543" cy="910699"/>
              </a:xfrm>
              <a:prstGeom prst="rect">
                <a:avLst/>
              </a:prstGeom>
              <a:blipFill>
                <a:blip r:embed="rId4"/>
                <a:stretch>
                  <a:fillRect r="-18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522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BB48-73F4-4F6F-3FF8-DC0ECEAC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A93-55A0-09B2-0220-1A11C3642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What is Confidence Interval?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E68373-B1C5-1175-00DE-1CF51A7B68F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9905998" cy="442912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Because the sampling distribution is Normal, we expect that about </a:t>
                </a:r>
              </a:p>
              <a:p>
                <a:pPr lvl="1"/>
                <a:r>
                  <a:rPr lang="en-US" dirty="0"/>
                  <a:t>68% of all samples of 3559 U.S. adults would have sample proportions within 1 standard deviation of </a:t>
                </a:r>
                <a14:m>
                  <m:oMath xmlns:m="http://schemas.openxmlformats.org/officeDocument/2006/math">
                    <m: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95% of all these samples will have proportions within </a:t>
                </a:r>
                <a14:m>
                  <m:oMath xmlns:m="http://schemas.openxmlformats.org/officeDocument/2006/math">
                    <m: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± 2SEs. </a:t>
                </a:r>
              </a:p>
              <a:p>
                <a:r>
                  <a:rPr lang="en-US" dirty="0"/>
                  <a:t>But where is our sample proportion in this picture? And what value does </a:t>
                </a:r>
                <a14:m>
                  <m:oMath xmlns:m="http://schemas.openxmlformats.org/officeDocument/2006/math">
                    <m: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really have? </a:t>
                </a:r>
              </a:p>
              <a:p>
                <a:pPr lvl="1"/>
                <a:r>
                  <a:rPr lang="en-US" dirty="0"/>
                  <a:t>We still don’t know!</a:t>
                </a:r>
              </a:p>
              <a:p>
                <a:pPr lvl="1"/>
                <a:r>
                  <a:rPr lang="en-US" dirty="0"/>
                  <a:t>We know that for 95% of random samples,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will be no more than 2 SEs away from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E68373-B1C5-1175-00DE-1CF51A7B68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9905998" cy="4429124"/>
              </a:xfrm>
              <a:blipFill>
                <a:blip r:embed="rId2"/>
                <a:stretch>
                  <a:fillRect l="-1108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10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5220-F777-219E-D126-FB9F490E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What is Confidence Interval?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2736CC-C003-5E00-B506-8815C5D7FD5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10191748" cy="4429124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So here’s the key to using sampling distributions. </a:t>
                </a:r>
              </a:p>
              <a:p>
                <a:r>
                  <a:rPr lang="en-US" sz="3600" dirty="0"/>
                  <a:t>Let’s reverse it and look at it 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’s point of view. </a:t>
                </a:r>
              </a:p>
              <a:p>
                <a:pPr lvl="1"/>
                <a:r>
                  <a:rPr lang="en-US" sz="3200" dirty="0"/>
                  <a:t>If I’m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sz="3200" dirty="0"/>
                  <a:t>, there’s a 95% chance that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200" dirty="0"/>
                  <a:t> is no more than 2 SEs away from me. </a:t>
                </a:r>
              </a:p>
              <a:p>
                <a:pPr lvl="2"/>
                <a:r>
                  <a:rPr lang="en-US" sz="2800" dirty="0"/>
                  <a:t>If I reach out 2 SEs, or  </a:t>
                </a:r>
                <a:r>
                  <a:rPr lang="en-US" sz="2800" dirty="0">
                    <a:solidFill>
                      <a:schemeClr val="accent5"/>
                    </a:solidFill>
                  </a:rPr>
                  <a:t>2*0.008</a:t>
                </a:r>
                <a:r>
                  <a:rPr lang="en-US" sz="2800" dirty="0"/>
                  <a:t> away from me on both sides, I’m 95% confident that </a:t>
                </a:r>
                <a14:m>
                  <m:oMath xmlns:m="http://schemas.openxmlformats.org/officeDocument/2006/math">
                    <m:r>
                      <a:rPr lang="el-GR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800" dirty="0"/>
                  <a:t> will be within my grasp.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2736CC-C003-5E00-B506-8815C5D7F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723902" y="1704976"/>
                <a:ext cx="10191748" cy="442912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59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457200" y="258030"/>
            <a:ext cx="7886700" cy="10576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GB" dirty="0">
                <a:solidFill>
                  <a:schemeClr val="accent5"/>
                </a:solidFill>
              </a:rPr>
              <a:t>Confidence Interval for Proportions</a:t>
            </a:r>
            <a:endParaRPr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Google Shape;88;p17"/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838200" y="1315671"/>
                <a:ext cx="5181600" cy="4351338"/>
              </a:xfrm>
              <a:prstGeom prst="rect">
                <a:avLst/>
              </a:prstGeom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2400" dirty="0"/>
                  <a:t>The estimated standard deviation</a:t>
                </a:r>
                <a14:m>
                  <m:oMath xmlns:m="http://schemas.openxmlformats.org/officeDocument/2006/math">
                    <m:r>
                      <a:rPr lang="en-US" sz="24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400" b="0" i="1" kern="10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̂"/>
                            <m:ctrlPr>
                              <a:rPr lang="en-US" sz="2400" i="1" kern="10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kern="10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sz="2400" b="0" i="1" kern="10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acc>
                          <m:accPr>
                            <m:chr m:val="̂"/>
                            <m:ctrlPr>
                              <a:rPr lang="en-US" sz="2400" i="1" kern="10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kern="10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sz="2400" b="0" i="1" kern="10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lang="en-US" sz="2400" b="0" i="1" kern="10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sz="2400" dirty="0"/>
                  <a:t> of the sample statistic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kern="1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kern="1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GB" sz="2400" dirty="0"/>
                  <a:t> is called </a:t>
                </a:r>
                <a:r>
                  <a:rPr lang="en-GB" sz="2400" b="1" dirty="0"/>
                  <a:t>the standard error </a:t>
                </a:r>
                <a:r>
                  <a:rPr lang="en-GB" sz="2400" dirty="0"/>
                  <a:t>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kern="1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kern="1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GB" sz="2400" dirty="0"/>
                  <a:t>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2400" dirty="0"/>
                  <a:t>Let’s calculate CI to produce a reasonable interval estimate of </a:t>
                </a:r>
                <a14:m>
                  <m:oMath xmlns:m="http://schemas.openxmlformats.org/officeDocument/2006/math">
                    <m:r>
                      <a:rPr lang="el-GR" sz="2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2400" dirty="0"/>
                  <a:t>AND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2400" dirty="0"/>
                  <a:t>Interpret its confidence interval</a:t>
                </a:r>
              </a:p>
            </p:txBody>
          </p:sp>
        </mc:Choice>
        <mc:Fallback xmlns="">
          <p:sp>
            <p:nvSpPr>
              <p:cNvPr id="88" name="Google Shape;88;p1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315671"/>
                <a:ext cx="5181600" cy="4351338"/>
              </a:xfrm>
              <a:prstGeom prst="rect">
                <a:avLst/>
              </a:prstGeom>
              <a:blipFill>
                <a:blip r:embed="rId3"/>
                <a:stretch>
                  <a:fillRect l="-1294" r="-118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DD23DE9-AAB4-E182-1820-4E94A56253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59086" y="1500005"/>
                <a:ext cx="7532913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±2 ×</m:t>
                      </m:r>
                      <m:rad>
                        <m:radPr>
                          <m:degHide m:val="on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0.42±2 ×</m:t>
                      </m:r>
                      <m:rad>
                        <m:radPr>
                          <m:degHide m:val="on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0.42</m:t>
                              </m:r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0.42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3559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  <a:p>
                <a:pPr marL="0" indent="0" algn="ctr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000" dirty="0"/>
                  <a:t>= 0.420±0.016</a:t>
                </a:r>
              </a:p>
              <a:p>
                <a:pPr marL="0" indent="0" algn="ctr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000" dirty="0"/>
                  <a:t>= (0.404 , 0.436)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400" dirty="0">
                    <a:solidFill>
                      <a:schemeClr val="accent5"/>
                    </a:solidFill>
                  </a:rPr>
                  <a:t>We are 95% confident that between 40.4% and 43.6% of U.S. adults thought the economy was improving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DD23DE9-AAB4-E182-1820-4E94A5625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59086" y="1500005"/>
                <a:ext cx="7532913" cy="435133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16D8A4D4-5711-2A24-6398-F6D25DC00143}"/>
              </a:ext>
            </a:extLst>
          </p:cNvPr>
          <p:cNvGrpSpPr/>
          <p:nvPr/>
        </p:nvGrpSpPr>
        <p:grpSpPr>
          <a:xfrm>
            <a:off x="6019800" y="1272129"/>
            <a:ext cx="6020322" cy="1310754"/>
            <a:chOff x="6135914" y="0"/>
            <a:chExt cx="6020322" cy="13107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149552F-4D7E-A3C0-8797-98E8CD2D7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5914" y="0"/>
              <a:ext cx="6020322" cy="13107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1F50CAD-DE59-2194-F594-13FF77E2ADE3}"/>
                    </a:ext>
                  </a:extLst>
                </p:cNvPr>
                <p:cNvSpPr txBox="1"/>
                <p:nvPr/>
              </p:nvSpPr>
              <p:spPr>
                <a:xfrm>
                  <a:off x="7173598" y="200027"/>
                  <a:ext cx="939543" cy="9106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1F50CAD-DE59-2194-F594-13FF77E2AD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3598" y="200027"/>
                  <a:ext cx="939543" cy="910699"/>
                </a:xfrm>
                <a:prstGeom prst="rect">
                  <a:avLst/>
                </a:prstGeom>
                <a:blipFill>
                  <a:blip r:embed="rId6"/>
                  <a:stretch>
                    <a:fillRect r="-188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B486203-4052-1851-F556-423A69C0B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6B4BE0AA-6572-C225-1CCD-B5528E26E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724" y="323482"/>
            <a:ext cx="8048625" cy="136683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GB" dirty="0">
                <a:solidFill>
                  <a:schemeClr val="accent5"/>
                </a:solidFill>
              </a:rPr>
              <a:t>Confidence Interval for Proportions</a:t>
            </a:r>
            <a:endParaRPr dirty="0">
              <a:solidFill>
                <a:schemeClr val="accent5"/>
              </a:solidFill>
            </a:endParaRPr>
          </a:p>
        </p:txBody>
      </p:sp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3B60D5A0-27E1-1D17-B118-C7E4F524CDC9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/>
          </a:bodyPr>
          <a:lstStyle/>
          <a:p>
            <a:pPr marL="0" indent="0">
              <a:spcBef>
                <a:spcPts val="600"/>
              </a:spcBef>
              <a:spcAft>
                <a:spcPts val="1600"/>
              </a:spcAft>
              <a:buNone/>
            </a:pPr>
            <a:r>
              <a:rPr lang="en-US" dirty="0"/>
              <a:t>The multiplier 2 is just an approximation. 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dirty="0"/>
              <a:t>A general formula template for CI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lang="en-GB"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dirty="0"/>
              <a:t>To produce a confidence interval for the population proportion π</a:t>
            </a:r>
            <a:endParaRPr lang="en-GB" dirty="0"/>
          </a:p>
        </p:txBody>
      </p:sp>
      <p:pic>
        <p:nvPicPr>
          <p:cNvPr id="89" name="Google Shape;89;p17">
            <a:extLst>
              <a:ext uri="{FF2B5EF4-FFF2-40B4-BE49-F238E27FC236}">
                <a16:creationId xmlns:a16="http://schemas.microsoft.com/office/drawing/2014/main" id="{E72D6EB5-0541-5DA7-0B21-7B1B3D21C7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3134" t="68224" r="16168"/>
          <a:stretch/>
        </p:blipFill>
        <p:spPr>
          <a:xfrm>
            <a:off x="1559908" y="5896475"/>
            <a:ext cx="3519368" cy="5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>
            <a:extLst>
              <a:ext uri="{FF2B5EF4-FFF2-40B4-BE49-F238E27FC236}">
                <a16:creationId xmlns:a16="http://schemas.microsoft.com/office/drawing/2014/main" id="{A32B1C37-D435-2B23-D8E4-227F2A7406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6717" r="10045" b="72535"/>
          <a:stretch/>
        </p:blipFill>
        <p:spPr>
          <a:xfrm>
            <a:off x="1127134" y="3743560"/>
            <a:ext cx="4603732" cy="51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0;p17">
            <a:extLst>
              <a:ext uri="{FF2B5EF4-FFF2-40B4-BE49-F238E27FC236}">
                <a16:creationId xmlns:a16="http://schemas.microsoft.com/office/drawing/2014/main" id="{C054A049-1FB1-9FF9-8868-54745337D6AD}"/>
              </a:ext>
            </a:extLst>
          </p:cNvPr>
          <p:cNvPicPr preferRelativeResize="0"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33792" r="33527" b="12623"/>
          <a:stretch/>
        </p:blipFill>
        <p:spPr>
          <a:xfrm>
            <a:off x="7122251" y="2136993"/>
            <a:ext cx="3768969" cy="3213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696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0F43E34-2370-68D7-6BEF-E8A0B2260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C0D42860-3111-6211-5C7A-4F5298F69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571" y="482146"/>
            <a:ext cx="11382375" cy="18840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GB" dirty="0">
                <a:solidFill>
                  <a:schemeClr val="accent5"/>
                </a:solidFill>
              </a:rPr>
              <a:t>Confidence Interval for Proportions</a:t>
            </a:r>
            <a:endParaRPr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Google Shape;88;p17">
                <a:extLst>
                  <a:ext uri="{FF2B5EF4-FFF2-40B4-BE49-F238E27FC236}">
                    <a16:creationId xmlns:a16="http://schemas.microsoft.com/office/drawing/2014/main" id="{4244F6F6-3CA6-CD7A-63DB-C89987AEFA06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693519" y="1645783"/>
                <a:ext cx="7191375" cy="1995489"/>
              </a:xfrm>
              <a:prstGeom prst="rect">
                <a:avLst/>
              </a:prstGeom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/>
              <a:p>
                <a:pPr lvl="0"/>
                <a:r>
                  <a:rPr lang="en-US" dirty="0"/>
                  <a:t>This interval is called a 95% </a:t>
                </a:r>
                <a:r>
                  <a:rPr lang="en-US" b="1" dirty="0"/>
                  <a:t>confidence interval (CI)</a:t>
                </a:r>
                <a:r>
                  <a:rPr lang="en-US" dirty="0"/>
                  <a:t>.</a:t>
                </a:r>
                <a:endParaRPr lang="en-US" sz="2400" dirty="0"/>
              </a:p>
              <a:p>
                <a:pPr lvl="1"/>
                <a:r>
                  <a:rPr lang="en-US" dirty="0"/>
                  <a:t>The value 95% is called the </a:t>
                </a:r>
                <a:r>
                  <a:rPr lang="en-US" b="1" dirty="0"/>
                  <a:t>confidence level</a:t>
                </a:r>
                <a:r>
                  <a:rPr lang="en-US" dirty="0"/>
                  <a:t>.</a:t>
                </a:r>
                <a:endParaRPr lang="en-US" sz="2000" dirty="0"/>
              </a:p>
              <a:p>
                <a:pPr lvl="1"/>
                <a:r>
                  <a:rPr lang="en-US" dirty="0"/>
                  <a:t>The </a:t>
                </a:r>
                <a:r>
                  <a:rPr lang="en-US" i="1" dirty="0"/>
                  <a:t>multiplier × SE(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i="1" dirty="0"/>
                  <a:t>) </a:t>
                </a:r>
                <a:r>
                  <a:rPr lang="en-US" dirty="0"/>
                  <a:t>is called the </a:t>
                </a:r>
                <a:r>
                  <a:rPr lang="en-US" b="1" dirty="0"/>
                  <a:t>margin-of-error</a:t>
                </a:r>
                <a:r>
                  <a:rPr lang="en-US" dirty="0"/>
                  <a:t>.</a:t>
                </a:r>
                <a:endParaRPr lang="en-US" sz="2000" dirty="0"/>
              </a:p>
              <a:p>
                <a:pPr lvl="1"/>
                <a:r>
                  <a:rPr lang="en-US" dirty="0"/>
                  <a:t>The multiplier (sometimes call it </a:t>
                </a:r>
                <a:r>
                  <a:rPr lang="en-US" i="1" dirty="0"/>
                  <a:t>z</a:t>
                </a:r>
                <a:r>
                  <a:rPr lang="en-US" dirty="0"/>
                  <a:t>*) 1.96 is called a </a:t>
                </a:r>
                <a:r>
                  <a:rPr lang="en-US" b="1" dirty="0"/>
                  <a:t>critical value</a:t>
                </a:r>
                <a:r>
                  <a:rPr lang="en-US" dirty="0"/>
                  <a:t>.</a:t>
                </a:r>
                <a:endParaRPr lang="en-US" sz="2000" dirty="0"/>
              </a:p>
              <a:p>
                <a:pPr marL="0" indent="0">
                  <a:spcBef>
                    <a:spcPts val="600"/>
                  </a:spcBef>
                  <a:spcAft>
                    <a:spcPts val="1600"/>
                  </a:spcAft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88" name="Google Shape;88;p17">
                <a:extLst>
                  <a:ext uri="{FF2B5EF4-FFF2-40B4-BE49-F238E27FC236}">
                    <a16:creationId xmlns:a16="http://schemas.microsoft.com/office/drawing/2014/main" id="{4244F6F6-3CA6-CD7A-63DB-C89987AEFA0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3519" y="1645783"/>
                <a:ext cx="7191375" cy="1995489"/>
              </a:xfrm>
              <a:prstGeom prst="rect">
                <a:avLst/>
              </a:prstGeom>
              <a:blipFill>
                <a:blip r:embed="rId3"/>
                <a:stretch>
                  <a:fillRect l="-1103" b="-52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oogle Shape;90;p17">
            <a:extLst>
              <a:ext uri="{FF2B5EF4-FFF2-40B4-BE49-F238E27FC236}">
                <a16:creationId xmlns:a16="http://schemas.microsoft.com/office/drawing/2014/main" id="{8FF9FA50-80AA-B53B-58F3-D4A107FC4FF3}"/>
              </a:ext>
            </a:extLst>
          </p:cNvPr>
          <p:cNvPicPr preferRelativeResize="0"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33792" r="33527" b="12623"/>
          <a:stretch/>
        </p:blipFill>
        <p:spPr>
          <a:xfrm>
            <a:off x="8198069" y="3269180"/>
            <a:ext cx="3993931" cy="3478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9;p17">
            <a:extLst>
              <a:ext uri="{FF2B5EF4-FFF2-40B4-BE49-F238E27FC236}">
                <a16:creationId xmlns:a16="http://schemas.microsoft.com/office/drawing/2014/main" id="{6CC4728F-B5AD-6A93-944A-3C74AD04E7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3134" t="68224" r="16168"/>
          <a:stretch/>
        </p:blipFill>
        <p:spPr>
          <a:xfrm>
            <a:off x="1864708" y="5088563"/>
            <a:ext cx="3519368" cy="59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592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0">
                <a:extLst>
                  <a:ext uri="{FF2B5EF4-FFF2-40B4-BE49-F238E27FC236}">
                    <a16:creationId xmlns:a16="http://schemas.microsoft.com/office/drawing/2014/main" id="{5DC73553-6A64-A724-8CF0-B07F48C6D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1603808"/>
                <a:ext cx="6584576" cy="44319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762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>
                    <a:tab pos="762000" algn="l"/>
                  </a:tabLst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Simple random sample from population of interest</a:t>
                </a:r>
                <a:endParaRPr lang="en-US" altLang="en-US" sz="105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0" lang="en-US" altLang="en-US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n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×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≥ 10 and </a:t>
                </a:r>
                <a:r>
                  <a:rPr kumimoji="0" lang="en-US" altLang="en-US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n ×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(1 –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) ≥ 10</a:t>
                </a:r>
                <a:endParaRPr kumimoji="0" lang="en-US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The </a:t>
                </a:r>
                <a:r>
                  <a:rPr kumimoji="0" lang="en-US" altLang="en-US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midpoint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of this interval is the sample proportion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.</a:t>
                </a:r>
                <a:endParaRPr lang="en-US" altLang="en-US" sz="1050" dirty="0"/>
              </a:p>
              <a:p>
                <a:pPr marL="285750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The </a:t>
                </a:r>
                <a:r>
                  <a:rPr kumimoji="0" lang="en-US" altLang="en-US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width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of this interval is the difference in the endpoints.</a:t>
                </a:r>
                <a:endParaRPr lang="en-US" altLang="en-US" sz="1050" dirty="0"/>
              </a:p>
              <a:p>
                <a:pPr marL="742950" lvl="1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Margin-of-error is the half-width of the interval.</a:t>
                </a:r>
                <a:endParaRPr lang="en-US" altLang="en-US" sz="1050" dirty="0"/>
              </a:p>
              <a:p>
                <a:pPr marL="285750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The margin-of-error depends on three factors:</a:t>
                </a:r>
              </a:p>
              <a:p>
                <a:pPr marL="742950" lvl="1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confidence level, which determines </a:t>
                </a:r>
                <a:r>
                  <a:rPr kumimoji="0" lang="en-US" altLang="en-US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*</a:t>
                </a:r>
                <a:endParaRPr lang="en-US" altLang="en-US" sz="1050" dirty="0"/>
              </a:p>
              <a:p>
                <a:pPr marL="742950" lvl="1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sample size </a:t>
                </a:r>
                <a:r>
                  <a:rPr kumimoji="0" lang="en-US" altLang="en-US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n</a:t>
                </a:r>
                <a:endParaRPr lang="en-US" altLang="en-US" sz="1050" dirty="0"/>
              </a:p>
              <a:p>
                <a:pPr marL="742950" lvl="1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sample proportion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(to a lesser extent)</a:t>
                </a:r>
                <a:endParaRPr lang="en-US" altLang="en-US" sz="1050" dirty="0"/>
              </a:p>
              <a:p>
                <a:pPr marL="285750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Values of </a:t>
                </a:r>
                <a:r>
                  <a:rPr kumimoji="0" lang="en-US" altLang="en-US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* for some common confidence levels are: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 typeface="Symbol" panose="05050102010706020507" pitchFamily="18" charset="2"/>
                  <a:buChar char=""/>
                  <a:tabLst>
                    <a:tab pos="762000" algn="l"/>
                  </a:tabLst>
                </a:pPr>
                <a:endParaRPr lang="en-US" altLang="en-US" sz="1050" dirty="0"/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 typeface="Symbol" panose="05050102010706020507" pitchFamily="18" charset="2"/>
                  <a:buChar char=""/>
                  <a:tabLst>
                    <a:tab pos="762000" algn="l"/>
                  </a:tabLst>
                </a:pPr>
                <a:endParaRPr kumimoji="0" lang="en-US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tabLst>
                    <a:tab pos="762000" algn="l"/>
                  </a:tabLst>
                </a:pPr>
                <a:endParaRPr lang="en-US" altLang="en-US" sz="1050" dirty="0"/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tabLst>
                    <a:tab pos="762000" algn="l"/>
                  </a:tabLst>
                </a:pPr>
                <a:endParaRPr kumimoji="0" lang="en-US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 typeface="Symbol" panose="05050102010706020507" pitchFamily="18" charset="2"/>
                  <a:buChar char=""/>
                  <a:tabLst>
                    <a:tab pos="762000" algn="l"/>
                  </a:tabLst>
                </a:pPr>
                <a:endParaRPr lang="en-US" altLang="en-US" sz="1050" dirty="0"/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 typeface="Symbol" panose="05050102010706020507" pitchFamily="18" charset="2"/>
                  <a:buChar char=""/>
                  <a:tabLst>
                    <a:tab pos="762000" algn="l"/>
                  </a:tabLst>
                </a:pPr>
                <a:endParaRPr kumimoji="0" lang="en-US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 typeface="Symbol" panose="05050102010706020507" pitchFamily="18" charset="2"/>
                  <a:buChar char=""/>
                  <a:tabLst>
                    <a:tab pos="762000" algn="l"/>
                  </a:tabLst>
                </a:pPr>
                <a:endParaRPr lang="en-US" altLang="en-US" sz="1050" dirty="0"/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 typeface="Symbol" panose="05050102010706020507" pitchFamily="18" charset="2"/>
                  <a:buChar char=""/>
                  <a:tabLst>
                    <a:tab pos="762000" algn="l"/>
                  </a:tabLst>
                </a:pPr>
                <a:endParaRPr kumimoji="0" lang="en-US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indent="-285750">
                  <a:buSzPct val="100000"/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Applet: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hlinkClick r:id="rId2"/>
                  </a:rPr>
                  <a:t>Theory-Based Inference</a:t>
                </a:r>
                <a:endPara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 10">
                <a:extLst>
                  <a:ext uri="{FF2B5EF4-FFF2-40B4-BE49-F238E27FC236}">
                    <a16:creationId xmlns:a16="http://schemas.microsoft.com/office/drawing/2014/main" id="{5DC73553-6A64-A724-8CF0-B07F48C6D1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603808"/>
                <a:ext cx="6584576" cy="4431983"/>
              </a:xfrm>
              <a:prstGeom prst="rect">
                <a:avLst/>
              </a:prstGeom>
              <a:blipFill>
                <a:blip r:embed="rId3"/>
                <a:stretch>
                  <a:fillRect l="-648" t="-275" b="-17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C4509A-E33E-FE31-4F79-5029D2462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521"/>
            <a:ext cx="10515600" cy="1325563"/>
          </a:xfrm>
        </p:spPr>
        <p:txBody>
          <a:bodyPr>
            <a:normAutofit/>
          </a:bodyPr>
          <a:lstStyle/>
          <a:p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Technical Conditions for Validity of This Procedure</a:t>
            </a:r>
            <a:endParaRPr lang="en-US" sz="3600" dirty="0">
              <a:solidFill>
                <a:schemeClr val="accent5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897BB3-8A39-DC43-D9EA-1D5DA3DC3D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60458" y="4521839"/>
          <a:ext cx="5011742" cy="99752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623434">
                  <a:extLst>
                    <a:ext uri="{9D8B030D-6E8A-4147-A177-3AD203B41FA5}">
                      <a16:colId xmlns:a16="http://schemas.microsoft.com/office/drawing/2014/main" val="4205675192"/>
                    </a:ext>
                  </a:extLst>
                </a:gridCol>
                <a:gridCol w="665890">
                  <a:extLst>
                    <a:ext uri="{9D8B030D-6E8A-4147-A177-3AD203B41FA5}">
                      <a16:colId xmlns:a16="http://schemas.microsoft.com/office/drawing/2014/main" val="3076063185"/>
                    </a:ext>
                  </a:extLst>
                </a:gridCol>
                <a:gridCol w="661498">
                  <a:extLst>
                    <a:ext uri="{9D8B030D-6E8A-4147-A177-3AD203B41FA5}">
                      <a16:colId xmlns:a16="http://schemas.microsoft.com/office/drawing/2014/main" val="2365457225"/>
                    </a:ext>
                  </a:extLst>
                </a:gridCol>
                <a:gridCol w="665890">
                  <a:extLst>
                    <a:ext uri="{9D8B030D-6E8A-4147-A177-3AD203B41FA5}">
                      <a16:colId xmlns:a16="http://schemas.microsoft.com/office/drawing/2014/main" val="1417474557"/>
                    </a:ext>
                  </a:extLst>
                </a:gridCol>
                <a:gridCol w="661498">
                  <a:extLst>
                    <a:ext uri="{9D8B030D-6E8A-4147-A177-3AD203B41FA5}">
                      <a16:colId xmlns:a16="http://schemas.microsoft.com/office/drawing/2014/main" val="1869249672"/>
                    </a:ext>
                  </a:extLst>
                </a:gridCol>
                <a:gridCol w="733532">
                  <a:extLst>
                    <a:ext uri="{9D8B030D-6E8A-4147-A177-3AD203B41FA5}">
                      <a16:colId xmlns:a16="http://schemas.microsoft.com/office/drawing/2014/main" val="3377361978"/>
                    </a:ext>
                  </a:extLst>
                </a:gridCol>
              </a:tblGrid>
              <a:tr h="502388">
                <a:tc>
                  <a:txBody>
                    <a:bodyPr/>
                    <a:lstStyle/>
                    <a:p>
                      <a:pPr marL="8890" marR="1270" algn="ctr">
                        <a:lnSpc>
                          <a:spcPts val="1265"/>
                        </a:lnSpc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890" marR="1270" algn="ctr">
                        <a:lnSpc>
                          <a:spcPts val="1265"/>
                        </a:lnSpc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Confidence</a:t>
                      </a:r>
                      <a:r>
                        <a:rPr lang="en-US" sz="1200" b="0" spc="-1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level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160" marR="5080" algn="ctr">
                        <a:lnSpc>
                          <a:spcPts val="1265"/>
                        </a:lnSpc>
                      </a:pPr>
                      <a:endParaRPr lang="en-US" sz="1200" b="0" spc="-25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0160" marR="5080" algn="ctr">
                        <a:lnSpc>
                          <a:spcPts val="1265"/>
                        </a:lnSpc>
                      </a:pPr>
                      <a:r>
                        <a:rPr lang="en-US" sz="1200" b="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80%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970" marR="5080" algn="ctr">
                        <a:lnSpc>
                          <a:spcPts val="1265"/>
                        </a:lnSpc>
                      </a:pPr>
                      <a:endParaRPr lang="en-US" sz="1200" b="0" spc="-25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" marR="5080" algn="ctr">
                        <a:lnSpc>
                          <a:spcPts val="1265"/>
                        </a:lnSpc>
                      </a:pPr>
                      <a:r>
                        <a:rPr lang="en-US" sz="1200" b="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90%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160" marR="3810" algn="ctr">
                        <a:lnSpc>
                          <a:spcPts val="1265"/>
                        </a:lnSpc>
                      </a:pPr>
                      <a:endParaRPr lang="en-US" sz="1200" b="0" spc="-25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0160" marR="3810" algn="ctr">
                        <a:lnSpc>
                          <a:spcPts val="1265"/>
                        </a:lnSpc>
                      </a:pPr>
                      <a:r>
                        <a:rPr lang="en-US" sz="1200" b="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970" marR="3810" algn="ctr">
                        <a:lnSpc>
                          <a:spcPts val="1265"/>
                        </a:lnSpc>
                      </a:pPr>
                      <a:endParaRPr lang="en-US" sz="1200" b="0" spc="-25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" marR="3810" algn="ctr">
                        <a:lnSpc>
                          <a:spcPts val="1265"/>
                        </a:lnSpc>
                      </a:pPr>
                      <a:r>
                        <a:rPr lang="en-US" sz="1200" b="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99%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335" marR="0" algn="ctr">
                        <a:lnSpc>
                          <a:spcPts val="1265"/>
                        </a:lnSpc>
                      </a:pPr>
                      <a:endParaRPr lang="en-US" sz="1200" b="0" spc="-1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335" marR="0" algn="ctr">
                        <a:lnSpc>
                          <a:spcPts val="1265"/>
                        </a:lnSpc>
                      </a:pPr>
                      <a:r>
                        <a:rPr lang="en-US" sz="1200" b="0" spc="-1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840067"/>
                  </a:ext>
                </a:extLst>
              </a:tr>
              <a:tr h="495133">
                <a:tc>
                  <a:txBody>
                    <a:bodyPr/>
                    <a:lstStyle/>
                    <a:p>
                      <a:pPr marL="8890" marR="0" algn="ctr">
                        <a:lnSpc>
                          <a:spcPts val="1265"/>
                        </a:lnSpc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890" marR="0" algn="ctr">
                        <a:lnSpc>
                          <a:spcPts val="1265"/>
                        </a:lnSpc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Critical</a:t>
                      </a:r>
                      <a:r>
                        <a:rPr lang="en-US" sz="12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</a:t>
                      </a:r>
                      <a:r>
                        <a:rPr lang="en-US" sz="1200" b="0" spc="-2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z*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160" marR="1270" algn="ctr">
                        <a:lnSpc>
                          <a:spcPts val="1265"/>
                        </a:lnSpc>
                      </a:pPr>
                      <a:endParaRPr lang="en-US" sz="1200" b="0" spc="-2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0160" marR="1270" algn="ctr">
                        <a:lnSpc>
                          <a:spcPts val="1265"/>
                        </a:lnSpc>
                      </a:pPr>
                      <a:r>
                        <a:rPr lang="en-US" sz="1200" b="0" spc="-2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1.282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970" marR="1270" algn="ctr">
                        <a:lnSpc>
                          <a:spcPts val="1265"/>
                        </a:lnSpc>
                      </a:pPr>
                      <a:endParaRPr lang="en-US" sz="1200" b="0" spc="-2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" marR="1270" algn="ctr">
                        <a:lnSpc>
                          <a:spcPts val="1265"/>
                        </a:lnSpc>
                      </a:pPr>
                      <a:r>
                        <a:rPr lang="en-US" sz="1200" b="0" spc="-2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1.645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160" marR="0" algn="ctr">
                        <a:lnSpc>
                          <a:spcPts val="1265"/>
                        </a:lnSpc>
                      </a:pPr>
                      <a:endParaRPr lang="en-US" sz="1200" b="0" spc="-2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0160" marR="0" algn="ctr">
                        <a:lnSpc>
                          <a:spcPts val="1265"/>
                        </a:lnSpc>
                      </a:pPr>
                      <a:r>
                        <a:rPr lang="en-US" sz="1200" b="0" spc="-2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1.960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970" marR="0" algn="ctr">
                        <a:lnSpc>
                          <a:spcPts val="1265"/>
                        </a:lnSpc>
                      </a:pPr>
                      <a:endParaRPr lang="en-US" sz="1200" b="0" spc="-2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" marR="0" algn="ctr">
                        <a:lnSpc>
                          <a:spcPts val="1265"/>
                        </a:lnSpc>
                      </a:pPr>
                      <a:r>
                        <a:rPr lang="en-US" sz="1200" b="0" spc="-2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2.576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335" marR="1905" algn="ctr">
                        <a:lnSpc>
                          <a:spcPts val="1265"/>
                        </a:lnSpc>
                      </a:pPr>
                      <a:endParaRPr lang="en-US" sz="1200" b="0" spc="-2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335" marR="1905" algn="ctr">
                        <a:lnSpc>
                          <a:spcPts val="1265"/>
                        </a:lnSpc>
                      </a:pPr>
                      <a:r>
                        <a:rPr lang="en-US" sz="1200" b="0" spc="-2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3.291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91750"/>
                  </a:ext>
                </a:extLst>
              </a:tr>
            </a:tbl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id="{BFA95151-D3D7-0C52-51CD-EFBE2ACA2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8274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37936" tIns="863328" rIns="850632" bIns="59671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0" name="Google Shape;90;p17">
            <a:extLst>
              <a:ext uri="{FF2B5EF4-FFF2-40B4-BE49-F238E27FC236}">
                <a16:creationId xmlns:a16="http://schemas.microsoft.com/office/drawing/2014/main" id="{929EAA73-EC38-4115-11A5-570E50463B4F}"/>
              </a:ext>
            </a:extLst>
          </p:cNvPr>
          <p:cNvPicPr preferRelativeResize="0"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1718" r="65280" b="13184"/>
          <a:stretch/>
        </p:blipFill>
        <p:spPr>
          <a:xfrm>
            <a:off x="9117107" y="1100556"/>
            <a:ext cx="2519082" cy="2243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0;p17">
            <a:extLst>
              <a:ext uri="{FF2B5EF4-FFF2-40B4-BE49-F238E27FC236}">
                <a16:creationId xmlns:a16="http://schemas.microsoft.com/office/drawing/2014/main" id="{A40AE5FE-92F4-EEC9-0EFF-EB20EB18A492}"/>
              </a:ext>
            </a:extLst>
          </p:cNvPr>
          <p:cNvPicPr preferRelativeResize="0"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33997" r="33002" b="13184"/>
          <a:stretch/>
        </p:blipFill>
        <p:spPr>
          <a:xfrm>
            <a:off x="7024093" y="2719659"/>
            <a:ext cx="2533002" cy="2062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0;p17">
            <a:extLst>
              <a:ext uri="{FF2B5EF4-FFF2-40B4-BE49-F238E27FC236}">
                <a16:creationId xmlns:a16="http://schemas.microsoft.com/office/drawing/2014/main" id="{7D6061F6-0909-8AF8-155E-797A9F95A2BC}"/>
              </a:ext>
            </a:extLst>
          </p:cNvPr>
          <p:cNvPicPr preferRelativeResize="0"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66998" b="13184"/>
          <a:stretch/>
        </p:blipFill>
        <p:spPr>
          <a:xfrm>
            <a:off x="9332259" y="4078941"/>
            <a:ext cx="2380601" cy="2201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646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10D4-3F6F-A6C2-6AEC-A6FA2D60D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785" y="417600"/>
            <a:ext cx="8793690" cy="1096875"/>
          </a:xfrm>
        </p:spPr>
        <p:txBody>
          <a:bodyPr>
            <a:normAutofit/>
          </a:bodyPr>
          <a:lstStyle/>
          <a:p>
            <a:r>
              <a:rPr lang="en-US" dirty="0"/>
              <a:t>Confidence Interval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824D1-CFA7-7129-B6DC-237AA1E50C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902" y="1704976"/>
            <a:ext cx="10713355" cy="442005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Incorrect Statement: </a:t>
            </a:r>
            <a:r>
              <a:rPr lang="en-US" dirty="0"/>
              <a:t>42.0% of all U.S. adults thought the economy was improving.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5"/>
                </a:solidFill>
              </a:rPr>
              <a:t>Correct Statement: </a:t>
            </a:r>
            <a:r>
              <a:rPr lang="en-US" dirty="0"/>
              <a:t>“We are 95% confident that between 40.4% and 43.6% of U.S. adults thought the economy was improving.” </a:t>
            </a:r>
          </a:p>
          <a:p>
            <a:pPr lvl="1"/>
            <a:r>
              <a:rPr lang="en-US" dirty="0"/>
              <a:t>Statements like this are called confidence intervals. They don’t tell us everything we might want to know, but they’re the best we can do.</a:t>
            </a:r>
          </a:p>
        </p:txBody>
      </p:sp>
    </p:spTree>
    <p:extLst>
      <p:ext uri="{BB962C8B-B14F-4D97-AF65-F5344CB8AC3E}">
        <p14:creationId xmlns:p14="http://schemas.microsoft.com/office/powerpoint/2010/main" val="1011228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696114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GB" dirty="0"/>
              <a:t>Confidence Interval Simulation</a:t>
            </a:r>
            <a:endParaRPr dirty="0"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-GB" dirty="0"/>
              <a:t>Reese’s Pieces® candies come in three </a:t>
            </a:r>
            <a:r>
              <a:rPr lang="en-GB" dirty="0" err="1"/>
              <a:t>colors</a:t>
            </a:r>
            <a:r>
              <a:rPr lang="en-GB" dirty="0"/>
              <a:t>: </a:t>
            </a:r>
            <a:r>
              <a:rPr lang="en-GB" dirty="0">
                <a:solidFill>
                  <a:schemeClr val="accent4"/>
                </a:solidFill>
              </a:rPr>
              <a:t>orange</a:t>
            </a:r>
            <a:r>
              <a:rPr lang="en-GB" dirty="0"/>
              <a:t>, </a:t>
            </a:r>
            <a:r>
              <a:rPr lang="en-GB" dirty="0">
                <a:solidFill>
                  <a:srgbClr val="CC9900"/>
                </a:solidFill>
              </a:rPr>
              <a:t>yellow</a:t>
            </a:r>
            <a:r>
              <a:rPr lang="en-GB" dirty="0"/>
              <a:t>, and </a:t>
            </a:r>
            <a:r>
              <a:rPr lang="en-GB" dirty="0">
                <a:solidFill>
                  <a:srgbClr val="783F04"/>
                </a:solidFill>
              </a:rPr>
              <a:t>brown</a:t>
            </a:r>
            <a:r>
              <a:rPr lang="en-GB" dirty="0"/>
              <a:t>. Suppose that you take a random sample of candies and want to estimate the long-run proportion of candies that is </a:t>
            </a:r>
            <a:r>
              <a:rPr lang="en-GB" dirty="0">
                <a:solidFill>
                  <a:srgbClr val="FF9900"/>
                </a:solidFill>
              </a:rPr>
              <a:t>orange</a:t>
            </a:r>
            <a:r>
              <a:rPr lang="en-GB" dirty="0"/>
              <a:t>. 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dirty="0"/>
              <a:t>Let’s assume for now (although we would not know this when conducting the study) that this long-run proportion, symbolized by π, is equal to 0.45.</a:t>
            </a:r>
            <a:endParaRPr dirty="0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1262" y="-5"/>
            <a:ext cx="4450733" cy="187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GB"/>
              <a:t>Reese’s Pieces - 3 Questions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1600"/>
              </a:spcBef>
              <a:buNone/>
            </a:pPr>
            <a:r>
              <a:rPr lang="en-GB" dirty="0"/>
              <a:t>Suppose that you take </a:t>
            </a:r>
            <a:r>
              <a:rPr lang="en-GB" b="1" dirty="0"/>
              <a:t>a random sample </a:t>
            </a:r>
            <a:r>
              <a:rPr lang="en-GB" dirty="0"/>
              <a:t>of 100 Reese’s Pieces candies.</a:t>
            </a:r>
            <a:endParaRPr dirty="0"/>
          </a:p>
          <a:p>
            <a:pPr indent="-445758">
              <a:lnSpc>
                <a:spcPct val="120000"/>
              </a:lnSpc>
              <a:spcBef>
                <a:spcPts val="1600"/>
              </a:spcBef>
              <a:buSzPct val="100000"/>
              <a:buAutoNum type="arabicPeriod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Is there any guarantee that the sample proportion will equal 0.45?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indent="-445758">
              <a:lnSpc>
                <a:spcPct val="120000"/>
              </a:lnSpc>
              <a:buSzPct val="100000"/>
              <a:buAutoNum type="arabicPeriod"/>
            </a:pPr>
            <a:r>
              <a:rPr lang="en-GB" dirty="0"/>
              <a:t>Is there any guarantee that its CI interval will contain the value 0.45?</a:t>
            </a:r>
            <a:endParaRPr dirty="0"/>
          </a:p>
          <a:p>
            <a:pPr marL="0" indent="0">
              <a:lnSpc>
                <a:spcPct val="120000"/>
              </a:lnSpc>
              <a:spcBef>
                <a:spcPts val="1600"/>
              </a:spcBef>
              <a:buNone/>
            </a:pPr>
            <a:r>
              <a:rPr lang="en-GB" dirty="0"/>
              <a:t>Suppose that you select </a:t>
            </a:r>
            <a:r>
              <a:rPr lang="en-GB" b="1" dirty="0"/>
              <a:t>another random sample </a:t>
            </a:r>
            <a:r>
              <a:rPr lang="en-GB" dirty="0"/>
              <a:t>of 100 Reese’s Pieces candies. </a:t>
            </a:r>
            <a:endParaRPr dirty="0"/>
          </a:p>
          <a:p>
            <a:pPr indent="-445758">
              <a:lnSpc>
                <a:spcPct val="120000"/>
              </a:lnSpc>
              <a:spcBef>
                <a:spcPts val="1600"/>
              </a:spcBef>
              <a:buSzPct val="100000"/>
              <a:buAutoNum type="arabicPeriod"/>
            </a:pPr>
            <a:r>
              <a:rPr lang="en-GB" dirty="0"/>
              <a:t>Is there any guarantee that the </a:t>
            </a:r>
            <a:r>
              <a:rPr lang="en-GB" b="1" dirty="0"/>
              <a:t>sample proportion &amp; CI </a:t>
            </a:r>
            <a:r>
              <a:rPr lang="en-GB" dirty="0"/>
              <a:t>will be the same as for the first sample? How do you think they will differ?</a:t>
            </a:r>
            <a:endParaRPr dirty="0"/>
          </a:p>
          <a:p>
            <a:pPr marL="0" indent="0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ct val="61111"/>
              <a:buNone/>
            </a:pPr>
            <a:r>
              <a:rPr lang="en-GB" dirty="0"/>
              <a:t>We will use our </a:t>
            </a:r>
            <a:r>
              <a:rPr lang="en-GB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applet</a:t>
            </a:r>
            <a:r>
              <a:rPr lang="en-GB" dirty="0"/>
              <a:t> for Simulating Confidence Intervals to understand what it means to say that we have “95% confidence” that an interval contains the parameter of interest? </a:t>
            </a:r>
            <a:endParaRPr dirty="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1262" y="-5"/>
            <a:ext cx="4450733" cy="187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AC40D-F599-7220-5F41-2D807C3EE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88" y="434080"/>
            <a:ext cx="10188823" cy="59898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GB"/>
              <a:t>Theoretical Sampling Distribution 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264" y="1536634"/>
            <a:ext cx="9133467" cy="509413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098A68-DAEB-A4BF-638B-0ACBDB4FD091}"/>
                  </a:ext>
                </a:extLst>
              </p:cNvPr>
              <p:cNvSpPr txBox="1"/>
              <p:nvPr/>
            </p:nvSpPr>
            <p:spPr>
              <a:xfrm>
                <a:off x="5440742" y="5136700"/>
                <a:ext cx="40664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GB" sz="1800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098A68-DAEB-A4BF-638B-0ACBDB4FD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742" y="5136700"/>
                <a:ext cx="406644" cy="369332"/>
              </a:xfrm>
              <a:prstGeom prst="rect">
                <a:avLst/>
              </a:prstGeom>
              <a:blipFill>
                <a:blip r:embed="rId4"/>
                <a:stretch>
                  <a:fillRect t="-8333" r="-2727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800292-A855-658A-588C-0F84A4505F03}"/>
                  </a:ext>
                </a:extLst>
              </p:cNvPr>
              <p:cNvSpPr txBox="1"/>
              <p:nvPr/>
            </p:nvSpPr>
            <p:spPr>
              <a:xfrm>
                <a:off x="9470550" y="1983192"/>
                <a:ext cx="40664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GB" sz="1800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800292-A855-658A-588C-0F84A4505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550" y="1983192"/>
                <a:ext cx="406644" cy="369332"/>
              </a:xfrm>
              <a:prstGeom prst="rect">
                <a:avLst/>
              </a:prstGeom>
              <a:blipFill>
                <a:blip r:embed="rId5"/>
                <a:stretch>
                  <a:fillRect t="-6557" r="-2727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B34F58-ECDE-96B6-6581-3F216F1B2B37}"/>
                  </a:ext>
                </a:extLst>
              </p:cNvPr>
              <p:cNvSpPr txBox="1"/>
              <p:nvPr/>
            </p:nvSpPr>
            <p:spPr>
              <a:xfrm>
                <a:off x="4747845" y="4767368"/>
                <a:ext cx="58248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b="0" i="1" kern="10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B34F58-ECDE-96B6-6581-3F216F1B2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845" y="4767368"/>
                <a:ext cx="582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585FCD-F68B-4806-0AF3-AF4568AEF949}"/>
                  </a:ext>
                </a:extLst>
              </p:cNvPr>
              <p:cNvSpPr txBox="1"/>
              <p:nvPr/>
            </p:nvSpPr>
            <p:spPr>
              <a:xfrm>
                <a:off x="8277727" y="4316085"/>
                <a:ext cx="40664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GB" sz="1800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585FCD-F68B-4806-0AF3-AF4568AEF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727" y="4316085"/>
                <a:ext cx="406644" cy="369332"/>
              </a:xfrm>
              <a:prstGeom prst="rect">
                <a:avLst/>
              </a:prstGeom>
              <a:blipFill>
                <a:blip r:embed="rId7"/>
                <a:stretch>
                  <a:fillRect t="-6557" r="-2537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1445</Words>
  <Application>Microsoft Office PowerPoint</Application>
  <PresentationFormat>Widescreen</PresentationFormat>
  <Paragraphs>169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Cambria Math</vt:lpstr>
      <vt:lpstr>Symbol</vt:lpstr>
      <vt:lpstr>Office Theme</vt:lpstr>
      <vt:lpstr>Confidence Intervals for  Proportions</vt:lpstr>
      <vt:lpstr>Let’s put things together</vt:lpstr>
      <vt:lpstr>PowerPoint Presentation</vt:lpstr>
      <vt:lpstr>Review of Central Limit Theorem for Sample Proportion</vt:lpstr>
      <vt:lpstr>REMEMBER!</vt:lpstr>
      <vt:lpstr>Sampling Distribution of the Sample Proportion</vt:lpstr>
      <vt:lpstr>Central Limit Theorem for Sample Proportion</vt:lpstr>
      <vt:lpstr>Confidence Intervals for a Single Proportion</vt:lpstr>
      <vt:lpstr>Confidence Interval for Proportions</vt:lpstr>
      <vt:lpstr>Gallup Example</vt:lpstr>
      <vt:lpstr>Gallup Example</vt:lpstr>
      <vt:lpstr>Here is what we know</vt:lpstr>
      <vt:lpstr>Is what we know useful?</vt:lpstr>
      <vt:lpstr>Is what we know useful? – Gallup Example</vt:lpstr>
      <vt:lpstr>Gallup Example (Still!)</vt:lpstr>
      <vt:lpstr>What is Confidence Interval? </vt:lpstr>
      <vt:lpstr>What is Confidence Interval? </vt:lpstr>
      <vt:lpstr>Confidence Interval for Proportions</vt:lpstr>
      <vt:lpstr>Confidence Interval for Proportions</vt:lpstr>
      <vt:lpstr>Confidence Interval for Proportions</vt:lpstr>
      <vt:lpstr> Technical Conditions for Validity of This Procedure</vt:lpstr>
      <vt:lpstr>Confidence Interval Statement</vt:lpstr>
      <vt:lpstr>Confidence Interval Simulation</vt:lpstr>
      <vt:lpstr>Reese’s Pieces - 3 Questions</vt:lpstr>
      <vt:lpstr>PowerPoint Presentation</vt:lpstr>
      <vt:lpstr>Theoretical Sampling Distribution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Sinem Demirci</dc:creator>
  <cp:lastModifiedBy>Sinem Demirci</cp:lastModifiedBy>
  <cp:revision>1</cp:revision>
  <dcterms:created xsi:type="dcterms:W3CDTF">2026-01-21T05:00:31Z</dcterms:created>
  <dcterms:modified xsi:type="dcterms:W3CDTF">2026-01-21T06:44:03Z</dcterms:modified>
</cp:coreProperties>
</file>